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0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1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2.xml" ContentType="application/vnd.openxmlformats-officedocument.theme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3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14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5" r:id="rId3"/>
    <p:sldMasterId id="2147483687" r:id="rId4"/>
    <p:sldMasterId id="2147483688" r:id="rId5"/>
    <p:sldMasterId id="2147483689" r:id="rId6"/>
    <p:sldMasterId id="2147483690" r:id="rId7"/>
    <p:sldMasterId id="2147483691" r:id="rId8"/>
    <p:sldMasterId id="2147483692" r:id="rId9"/>
    <p:sldMasterId id="2147483693" r:id="rId10"/>
    <p:sldMasterId id="2147483694" r:id="rId11"/>
    <p:sldMasterId id="2147483695" r:id="rId12"/>
    <p:sldMasterId id="2147483696" r:id="rId13"/>
    <p:sldMasterId id="2147483853" r:id="rId14"/>
    <p:sldMasterId id="2147484029" r:id="rId15"/>
  </p:sldMasterIdLst>
  <p:notesMasterIdLst>
    <p:notesMasterId r:id="rId26"/>
  </p:notesMasterIdLst>
  <p:sldIdLst>
    <p:sldId id="879" r:id="rId16"/>
    <p:sldId id="8145" r:id="rId17"/>
    <p:sldId id="2145704692" r:id="rId18"/>
    <p:sldId id="2145704698" r:id="rId19"/>
    <p:sldId id="2145704693" r:id="rId20"/>
    <p:sldId id="2145704691" r:id="rId21"/>
    <p:sldId id="2145704695" r:id="rId22"/>
    <p:sldId id="2145704696" r:id="rId23"/>
    <p:sldId id="2145704697" r:id="rId24"/>
    <p:sldId id="8146" r:id="rId2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CF"/>
    <a:srgbClr val="C6CDD1"/>
    <a:srgbClr val="E9E7E7"/>
    <a:srgbClr val="85C12F"/>
    <a:srgbClr val="89C336"/>
    <a:srgbClr val="A1FA30"/>
    <a:srgbClr val="FFFFFF"/>
    <a:srgbClr val="F2F2F2"/>
    <a:srgbClr val="7FC5E7"/>
    <a:srgbClr val="3CB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3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4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眉占位符 1">
            <a:extLst>
              <a:ext uri="{FF2B5EF4-FFF2-40B4-BE49-F238E27FC236}">
                <a16:creationId xmlns:a16="http://schemas.microsoft.com/office/drawing/2014/main" id="{DB0A817C-C554-4C13-88DD-0DD650E0B4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87" name="日期占位符 2">
            <a:extLst>
              <a:ext uri="{FF2B5EF4-FFF2-40B4-BE49-F238E27FC236}">
                <a16:creationId xmlns:a16="http://schemas.microsoft.com/office/drawing/2014/main" id="{5BEE28FC-713B-441A-ABF2-04B8C9BA4A8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07F270A6-D3B8-44F8-8098-259A5793C267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24580" name="幻灯片图像占位符 3">
            <a:extLst>
              <a:ext uri="{FF2B5EF4-FFF2-40B4-BE49-F238E27FC236}">
                <a16:creationId xmlns:a16="http://schemas.microsoft.com/office/drawing/2014/main" id="{11F91FB7-5726-4CEA-A625-D1DB199A3FA7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9" name="备注占位符 4">
            <a:extLst>
              <a:ext uri="{FF2B5EF4-FFF2-40B4-BE49-F238E27FC236}">
                <a16:creationId xmlns:a16="http://schemas.microsoft.com/office/drawing/2014/main" id="{64DB6FB4-34CD-4292-BF78-A8E85CB7D45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390" name="页脚占位符 5">
            <a:extLst>
              <a:ext uri="{FF2B5EF4-FFF2-40B4-BE49-F238E27FC236}">
                <a16:creationId xmlns:a16="http://schemas.microsoft.com/office/drawing/2014/main" id="{58BE9453-F5F6-49BE-B2E4-D51636C0F17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91" name="灯片编号占位符 6">
            <a:extLst>
              <a:ext uri="{FF2B5EF4-FFF2-40B4-BE49-F238E27FC236}">
                <a16:creationId xmlns:a16="http://schemas.microsoft.com/office/drawing/2014/main" id="{02A3722C-C382-4525-8944-3F74C7E89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D80A991F-FD16-455A-8E38-C28E358DF0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87999D81-CF09-4C47-BAE5-DCE023D8B4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C371311-BDCB-42ED-B18A-BF401BDAC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9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B5C89099-D391-4B74-8587-061C4A984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B7EE878D-2435-4FB1-89E0-843B5B4A78BB}" type="slidenum">
              <a:rPr lang="zh-CN" altLang="en-US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>
                <a:buFontTx/>
                <a:buNone/>
              </a:pPr>
              <a:t>1</a:t>
            </a:fld>
            <a:endParaRPr lang="zh-CN" altLang="en-US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A9BF9CDC-BE80-4ED1-87AE-4EE8B671C9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14976F95-5039-4B43-BACD-CFE46A122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1E9723DE-B765-43CF-92BD-55CD6A707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62D34AA-BA48-4627-B2C0-B902475C315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57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A9BF9CDC-BE80-4ED1-87AE-4EE8B671C9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14976F95-5039-4B43-BACD-CFE46A122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1E9723DE-B765-43CF-92BD-55CD6A707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62D34AA-BA48-4627-B2C0-B902475C315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899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6F538594-1B16-486D-9C3E-37D57EA31A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2FB198DC-8EDD-4FA5-A028-9F995D9D0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F38543FA-AF41-4B30-8AD6-B254F2083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C59E91D9-B5CF-49ED-BE6E-79E685000D9B}" type="slidenum">
              <a:rPr lang="zh-CN" altLang="en-US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>
                <a:buFontTx/>
                <a:buNone/>
              </a:pPr>
              <a:t>10</a:t>
            </a:fld>
            <a:endParaRPr lang="zh-CN" altLang="en-US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6417-5728-41EF-BA75-BF51A08D83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97D9A-767F-4AED-98E0-67EDDB43C230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59CC7A-120E-4C6D-9A1C-3DFB33E672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E161FE-EBEF-4E5F-810D-891AA199F7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618F8-9FBC-4EE7-8FDB-B2A735599D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84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573647-8B24-4A66-83C9-C621B317FF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B4324-7ADB-4BB3-8BFE-12C466E03201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F8BC89-7FB4-487D-9EF0-9B6A037502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028ADE-2506-4337-817D-328103AAE2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0D73A1-24A8-4A2F-8A8D-19D95FC678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48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709CBC-9BCD-4B46-8C7C-0888CF8406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B3410-B413-454A-8A00-7AEE24A938D6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2F05E3-8F4F-4C7D-9FA0-2CE47D628F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7D465C-CF35-4133-AD68-81CBBE3852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09F8F-8073-4001-BB48-019F45045E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44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7798B99-6A26-49B3-BCD2-E82638BECB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7ECE0-26B4-428D-9BD9-E5975680FF0B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50E8DA2-2023-4CE8-BF0C-ADE3C90B1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C94C89E-2E2A-4482-AF0F-8EBB1C2807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45DA8-2633-4A6F-92D4-6B90294C06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42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C25C650-3023-4F3A-86D4-12739ABCE0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95D47-4275-4147-BA85-C3F7B7D0BC02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0D876C99-4FD8-42F4-BBE5-14BA64E6BB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F4AF3F43-F4B0-4F73-A705-E53EA9305A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28493-9639-484E-B7CE-90EA2DF4AEA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37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BB23FC8-FC58-446D-81E3-B5904A0AC7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C6FEA-D632-4E18-83F2-5F3EEAAF39C1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84958887-979B-4D38-94F3-728DCF88D4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244EA4C-36B3-420D-AE23-C1F15EFB7C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8AB9C-B579-4917-9570-014C36A49A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18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ECD66498-2E83-493C-B13C-B1DD5F2D30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313" y="280988"/>
            <a:ext cx="14335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0F85553-3A64-4636-8DA1-526A4ACDEE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9100" y="238125"/>
            <a:ext cx="123825" cy="400050"/>
          </a:xfrm>
          <a:prstGeom prst="rect">
            <a:avLst/>
          </a:prstGeom>
          <a:solidFill>
            <a:srgbClr val="89C336"/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F266B1-BC58-4504-8D52-F50B6FB65D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38125"/>
            <a:ext cx="352425" cy="400050"/>
          </a:xfrm>
          <a:prstGeom prst="rect">
            <a:avLst/>
          </a:prstGeom>
          <a:solidFill>
            <a:srgbClr val="008CCF"/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AB91F-45D7-45A7-B3C3-FAE2222F84A3}"/>
              </a:ext>
            </a:extLst>
          </p:cNvPr>
          <p:cNvSpPr txBox="1"/>
          <p:nvPr userDrawn="1"/>
        </p:nvSpPr>
        <p:spPr>
          <a:xfrm>
            <a:off x="131975" y="6586944"/>
            <a:ext cx="2969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版权所有</a:t>
            </a:r>
            <a:r>
              <a:rPr lang="en-US" altLang="zh-CN" sz="1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@</a:t>
            </a:r>
            <a:r>
              <a:rPr lang="zh-CN" altLang="en-US" sz="1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苏州汇川联合动力系统股份有限公司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AC384D2-08C4-424F-907E-96C9B9B010B0}"/>
              </a:ext>
            </a:extLst>
          </p:cNvPr>
          <p:cNvGrpSpPr/>
          <p:nvPr userDrawn="1"/>
        </p:nvGrpSpPr>
        <p:grpSpPr>
          <a:xfrm>
            <a:off x="2441505" y="6538603"/>
            <a:ext cx="3431357" cy="305405"/>
            <a:chOff x="3060814" y="6549236"/>
            <a:chExt cx="3431357" cy="30540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7ECAEDA-F6AA-45D5-B73E-14E153A40BAF}"/>
                </a:ext>
              </a:extLst>
            </p:cNvPr>
            <p:cNvSpPr/>
            <p:nvPr userDrawn="1"/>
          </p:nvSpPr>
          <p:spPr>
            <a:xfrm>
              <a:off x="3060814" y="6549236"/>
              <a:ext cx="3431357" cy="3054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altLang="zh-CN" sz="100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eAxle   </a:t>
              </a:r>
              <a:r>
                <a:rPr lang="zh-CN" altLang="en-US" sz="100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 </a:t>
              </a:r>
              <a:r>
                <a:rPr lang="en-US" altLang="zh-CN" sz="100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Inverter    e-Motor</a:t>
              </a:r>
              <a:r>
                <a:rPr lang="zh-CN" altLang="en-US" sz="100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    </a:t>
              </a:r>
              <a:r>
                <a:rPr lang="en-US" altLang="zh-CN" sz="100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Power Supply</a:t>
              </a:r>
              <a:endParaRPr lang="zh-CN" altLang="en-US" sz="1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2AA56788-AF9D-48ED-ACF7-CCA6F68D1C3C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3968686" y="6629305"/>
              <a:ext cx="0" cy="14857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A871352-AB99-4095-AF08-0B3788AB6E13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5099899" y="6629305"/>
              <a:ext cx="0" cy="14857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F9823DE-5676-4916-A0DE-DE96A43BD50C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4535870" y="6629305"/>
              <a:ext cx="0" cy="14857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95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7D49A2-EEE0-4572-B407-D80FCDCBD9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AAB15-8E39-4FA8-8943-14FD5110D969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884561D-2969-41B3-AB85-043D71A29A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83371AF-D30B-496E-AE41-8D49FB9392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8C3CF-A1F5-4046-B142-A81E4CBB2B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88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602CD47-BC68-4B5D-9669-FC5C9D8198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AD08E-2E86-4117-93C4-2F6038704138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88B5535-7585-43B1-8C46-C870DE504B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8FEE23F-1A1F-4639-A442-A019203A36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0E608-D82A-4E1C-A485-5CB2C223B8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28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E04CA-8176-4A83-9C90-9109269818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A8B3B-282E-40F0-969C-1CE68EDD78E5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E33CE8-243F-4C95-803A-E83CDEA5D2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C56EE8-3BFE-4B3B-BAD8-5F68DF5D5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7991C-B6F8-403F-9DC0-7770188CA8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16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5D9550-C584-4EE1-8FE3-FC2A8C218C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2D456-2D74-44FC-90AE-6BC8FC38592A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E2D4AF-1215-4E4B-AB0A-D2793F4C7D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2B3F4E-9031-470B-B36F-2739E51DEC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6383E-2470-42B7-BD31-84BA3F0A02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373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>
            <a:extLst>
              <a:ext uri="{FF2B5EF4-FFF2-40B4-BE49-F238E27FC236}">
                <a16:creationId xmlns:a16="http://schemas.microsoft.com/office/drawing/2014/main" id="{5FC6A836-5200-42F9-AF29-3FF01BE681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313" y="280988"/>
            <a:ext cx="14335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7">
            <a:extLst>
              <a:ext uri="{FF2B5EF4-FFF2-40B4-BE49-F238E27FC236}">
                <a16:creationId xmlns:a16="http://schemas.microsoft.com/office/drawing/2014/main" id="{7EF189F6-4B44-4555-8FD9-A10AFAF4D5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553BDDF-47F3-492B-BA4F-622D97BAB555}"/>
              </a:ext>
            </a:extLst>
          </p:cNvPr>
          <p:cNvSpPr/>
          <p:nvPr userDrawn="1"/>
        </p:nvSpPr>
        <p:spPr bwMode="auto">
          <a:xfrm>
            <a:off x="-7361" y="5920033"/>
            <a:ext cx="4252913" cy="942832"/>
          </a:xfrm>
          <a:prstGeom prst="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579E83-E890-4F27-BED5-544F8B8566AA}"/>
              </a:ext>
            </a:extLst>
          </p:cNvPr>
          <p:cNvSpPr/>
          <p:nvPr userDrawn="1"/>
        </p:nvSpPr>
        <p:spPr>
          <a:xfrm>
            <a:off x="68808" y="6177406"/>
            <a:ext cx="4019049" cy="6111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  <a:sym typeface="+mn-lt"/>
              </a:rPr>
              <a:t>我们的愿景：</a:t>
            </a:r>
            <a:endParaRPr lang="en-US" altLang="zh-CN" sz="1600" b="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  <a:sym typeface="+mn-lt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3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  <a:sym typeface="+mn-lt"/>
              </a:rPr>
              <a:t>成为全球领先的智能电动汽车部件及解决方案提供商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05197A6-6A09-4801-8FB5-CB1C93CF2D7C}"/>
              </a:ext>
            </a:extLst>
          </p:cNvPr>
          <p:cNvGrpSpPr/>
          <p:nvPr userDrawn="1"/>
        </p:nvGrpSpPr>
        <p:grpSpPr>
          <a:xfrm>
            <a:off x="3158401" y="-4614"/>
            <a:ext cx="2038074" cy="6876902"/>
            <a:chOff x="3158401" y="-4614"/>
            <a:chExt cx="2038074" cy="6876902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BD4691A5-06A8-40F0-BBE4-23E511360E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4994" y="0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082629-3199-4329-BC07-E3AE1FCCEC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0918" y="-1057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A9AAF66-D152-4F30-B6C8-01A9B74157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0466" y="-755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BDE18DC0-2BED-4A18-B027-DD4A799EC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85421" y="-3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516DAD4-9759-4DDD-B2B2-D87739726A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1979" y="-1057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09D23C5D-CC04-484A-A4D8-A7A787F26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65293" y="1716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153CB248-CD3D-4AB8-916F-FAA9279FB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58401" y="0"/>
              <a:ext cx="1116013" cy="687228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C12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3CC8626-A165-4E3D-BEF9-6EDEC6AF5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95096" y="2481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5707BE9-0677-49DA-8968-AFB2B674D4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13390" y="5254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A30F15C-9DDD-4C61-95D2-38D95F906E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4836" y="-4614"/>
              <a:ext cx="1111054" cy="6857998"/>
            </a:xfrm>
            <a:custGeom>
              <a:avLst/>
              <a:gdLst>
                <a:gd name="T0" fmla="*/ 0 w 1457"/>
                <a:gd name="T1" fmla="*/ 0 h 9000"/>
                <a:gd name="T2" fmla="*/ 224 w 1457"/>
                <a:gd name="T3" fmla="*/ 0 h 9000"/>
                <a:gd name="T4" fmla="*/ 1457 w 1457"/>
                <a:gd name="T5" fmla="*/ 9000 h 9000"/>
                <a:gd name="T6" fmla="*/ 1233 w 1457"/>
                <a:gd name="T7" fmla="*/ 9000 h 9000"/>
                <a:gd name="T8" fmla="*/ 0 w 1457"/>
                <a:gd name="T9" fmla="*/ 0 h 9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7" h="9000">
                  <a:moveTo>
                    <a:pt x="0" y="0"/>
                  </a:moveTo>
                  <a:lnTo>
                    <a:pt x="224" y="0"/>
                  </a:lnTo>
                  <a:lnTo>
                    <a:pt x="1457" y="9000"/>
                  </a:lnTo>
                  <a:lnTo>
                    <a:pt x="1233" y="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1235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28F69-81FB-4B55-88DE-1E9A6D3A40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30E291-971D-4C53-BFDC-2EBDE44C04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7C3DBD-C271-4CF4-B1DE-19EB9B771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A04CC2-1D63-4B0C-AA50-F9A7230800A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966512"/>
      </p:ext>
    </p:extLst>
  </p:cSld>
  <p:clrMapOvr>
    <a:masterClrMapping/>
  </p:clrMapOvr>
  <p:transition spd="slow" advClick="0" advTm="30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260BE-8494-49FC-832A-274B8166D6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0A59A-8DFA-45E3-A345-7C4FCCCB0A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98702-9E1D-42E7-9EAD-63B14D6D8B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1DDB1-9181-4A53-B0AC-3A26C410309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305504"/>
      </p:ext>
    </p:extLst>
  </p:cSld>
  <p:clrMapOvr>
    <a:masterClrMapping/>
  </p:clrMapOvr>
  <p:transition spd="slow" advClick="0" advTm="300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8AF40E-BDD7-4520-8386-3C8D08ECF4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3B8630-3DD1-4B4E-A772-37EB64C936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0BAFB1-04A9-4393-8AA9-CA4F4D654F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C0913-7F28-424D-BFCD-511F828C158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42982"/>
      </p:ext>
    </p:extLst>
  </p:cSld>
  <p:clrMapOvr>
    <a:masterClrMapping/>
  </p:clrMapOvr>
  <p:transition spd="slow" advClick="0" advTm="300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E5287FA-B0A4-4A09-9754-D8A323778E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13A35E6-136E-444A-9F28-077E477B70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B37D360-B37A-4834-8AAF-786A4CCC9B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03686-241A-4CCE-9580-74B0A77A0AA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150910"/>
      </p:ext>
    </p:extLst>
  </p:cSld>
  <p:clrMapOvr>
    <a:masterClrMapping/>
  </p:clrMapOvr>
  <p:transition spd="slow" advClick="0" advTm="300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2C3AFD0E-700B-4AC7-AA0A-6F4CEAA12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1FA161F4-76AD-496D-AAB0-1DB2F150FD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48705980-730B-433E-990A-DA2B948097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C22AD-7AAD-42F5-8C2C-2994C5AB9C5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779864"/>
      </p:ext>
    </p:extLst>
  </p:cSld>
  <p:clrMapOvr>
    <a:masterClrMapping/>
  </p:clrMapOvr>
  <p:transition spd="slow" advClick="0" advTm="300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FE9E64B0-1ADF-4A60-A30F-41834F5D02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F2D9ADAF-EAFB-4E17-8212-9EE74589A3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2CF5A5A-1963-4054-B182-057B8914B1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A8477-5564-4598-A423-BD31DAF9A17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671539"/>
      </p:ext>
    </p:extLst>
  </p:cSld>
  <p:clrMapOvr>
    <a:masterClrMapping/>
  </p:clrMapOvr>
  <p:transition spd="slow" advClick="0" advTm="300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BDC727E-E3E2-41B5-898C-9BFABC6CEB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2B325FB6-99DD-4B70-B194-6C176C641D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3DEDCB3-A9EC-4FCD-BC09-96217A9DFF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2130A-D4F1-48C3-8043-1693D67C3D6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74465"/>
      </p:ext>
    </p:extLst>
  </p:cSld>
  <p:clrMapOvr>
    <a:masterClrMapping/>
  </p:clrMapOvr>
  <p:transition spd="slow" advClick="0" advTm="300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7B30FC9-8AD3-4C2B-87F1-4444152F59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5F56F48-E46A-4744-BA64-EAD7D90F43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9579B71-68CE-4DC6-8E83-DCB19E5AF3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925AC-B80B-40F3-AEA0-F05C1D6166B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52513"/>
      </p:ext>
    </p:extLst>
  </p:cSld>
  <p:clrMapOvr>
    <a:masterClrMapping/>
  </p:clrMapOvr>
  <p:transition spd="slow" advClick="0" advTm="300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A459A6F-BD3A-444F-9906-18758D6918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3F5D7A2-24DE-434A-9475-C48AF4F170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52E8BAA-D3DC-457F-8579-27B730316F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49956-CBE5-4B67-B26F-B2805A81B30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398609"/>
      </p:ext>
    </p:extLst>
  </p:cSld>
  <p:clrMapOvr>
    <a:masterClrMapping/>
  </p:clrMapOvr>
  <p:transition spd="slow" advClick="0" advTm="300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6EC40-0D7F-4D12-A4D7-E61CFB7DF6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C75C65-F4AB-40C0-A905-93DC33A4C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82A829-4244-414E-B01E-DDE75A4EC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C4C68-0214-4DE9-B203-BCA68F1B052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993411"/>
      </p:ext>
    </p:extLst>
  </p:cSld>
  <p:clrMapOvr>
    <a:masterClrMapping/>
  </p:clrMapOvr>
  <p:transition spd="slow" advClick="0" advTm="300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89D64E-29F6-4EA0-A848-EF9155B27F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8C3153-92CD-4D60-8768-F6FC6AC5F8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32C82-2C5E-4453-A0B0-ECD6C63BB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5E63D-65E4-4349-BF15-C616508595E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290998"/>
      </p:ext>
    </p:extLst>
  </p:cSld>
  <p:clrMapOvr>
    <a:masterClrMapping/>
  </p:clrMapOvr>
  <p:transition spd="slow" advClick="0" advTm="300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67AE22-2E5D-4D44-8603-4C32DB0CF7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C77309-9DDE-4B91-ABB2-FE61C4B0D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29523-F8C6-48E9-99E2-4D0A489603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371E3-866D-4C2F-912F-8C83E970838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943807"/>
      </p:ext>
    </p:extLst>
  </p:cSld>
  <p:clrMapOvr>
    <a:masterClrMapping/>
  </p:clrMapOvr>
  <p:transition spd="slow" advClick="0" advTm="300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3B0781-01D3-4B09-8B3D-4557951B6D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7AE5D5-4CBC-47F3-A6E1-AA0A372134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F24FC-5C49-462C-BC95-9276340DC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66E59-A7D4-4595-A5AD-BA9BE5F34A4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440711"/>
      </p:ext>
    </p:extLst>
  </p:cSld>
  <p:clrMapOvr>
    <a:masterClrMapping/>
  </p:clrMapOvr>
  <p:transition spd="slow" advClick="0" advTm="300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D7E9C5-FBBA-4094-9A35-8CC84BA18F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F4A447-680A-43B8-9978-6C0F8BB58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12BDC-B02E-425D-8ECB-CC93DFB298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FF239-4B43-4A29-B54C-95A9C1F136F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613800"/>
      </p:ext>
    </p:extLst>
  </p:cSld>
  <p:clrMapOvr>
    <a:masterClrMapping/>
  </p:clrMapOvr>
  <p:transition spd="slow" advClick="0" advTm="300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72D65DE-2645-4743-A3B5-F83E6C4A3F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4236949-20D4-4CD1-A4AB-001479CB04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A4F6A3E-E3E7-4E62-AA56-598F85507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63548-5D09-430E-9867-7037C1F78D2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72909"/>
      </p:ext>
    </p:extLst>
  </p:cSld>
  <p:clrMapOvr>
    <a:masterClrMapping/>
  </p:clrMapOvr>
  <p:transition spd="slow" advClick="0" advTm="300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972D1693-51F0-441B-8455-32AC8FD435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09C020A-8B4F-46F4-A84D-215889C329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F6FFC9B-CE49-4D05-9488-262F28BAE4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40A2C-3AF5-47A2-B57E-D53097EEB7C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181305"/>
      </p:ext>
    </p:extLst>
  </p:cSld>
  <p:clrMapOvr>
    <a:masterClrMapping/>
  </p:clrMapOvr>
  <p:transition spd="slow" advClick="0" advTm="300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59D76E8B-C632-4A76-9A74-45EA056876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8C5B6BE-A504-4993-89CC-D3C03E7BEC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90BC10A-59A7-45A4-8FED-65A7D74122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C1D7B-FA0A-4A03-8434-D1B64BFD2A5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885186"/>
      </p:ext>
    </p:extLst>
  </p:cSld>
  <p:clrMapOvr>
    <a:masterClrMapping/>
  </p:clrMapOvr>
  <p:transition spd="slow" advClick="0" advTm="300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A400586-DFE7-40F8-9003-2833A45839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2D1BF9EE-B7DB-455A-9BFB-DF1C09417A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1E43611-2690-489D-8236-270FA39C56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279F-71BB-44FF-A922-D786405673F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019467"/>
      </p:ext>
    </p:extLst>
  </p:cSld>
  <p:clrMapOvr>
    <a:masterClrMapping/>
  </p:clrMapOvr>
  <p:transition spd="slow" advClick="0" advTm="300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C4247F7-42E5-490B-A756-37A9A8D390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91F7E8F2-D95D-440A-9EFF-B50A7F1E3C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B0CE6FF-4353-4E95-81D7-83096373CE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482AC-40E8-41D4-B8BE-B58DDFC6E6E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080606"/>
      </p:ext>
    </p:extLst>
  </p:cSld>
  <p:clrMapOvr>
    <a:masterClrMapping/>
  </p:clrMapOvr>
  <p:transition spd="slow" advClick="0" advTm="300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3572915-B96A-4645-A80A-C5E51484E7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76C13E4-4176-48B5-9517-7F16D964A4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8D0396-F271-4631-8E13-91235F552E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5FCC1-BD67-4A85-9CD6-8E768AA0C8F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051871"/>
      </p:ext>
    </p:extLst>
  </p:cSld>
  <p:clrMapOvr>
    <a:masterClrMapping/>
  </p:clrMapOvr>
  <p:transition spd="slow" advClick="0" advTm="300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0CC404-6FFB-4AB7-8710-D99D52D746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85DA5-8C6D-491F-AD54-A09263A280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7CDB7C-C55D-450B-9C25-27DF7B6C2D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47BC1-94AE-4AC5-91A2-8EA0F0C02A3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895463"/>
      </p:ext>
    </p:extLst>
  </p:cSld>
  <p:clrMapOvr>
    <a:masterClrMapping/>
  </p:clrMapOvr>
  <p:transition spd="slow" advClick="0" advTm="300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F927E-B15D-4E94-A3FC-DCBEAF97F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1EC2C-F96A-481D-9EF1-D88017EB2F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9AA215-5CE5-4CC1-A5B7-E043C873D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474CC-DC2E-4738-98E9-3550AF902C3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64915"/>
      </p:ext>
    </p:extLst>
  </p:cSld>
  <p:clrMapOvr>
    <a:masterClrMapping/>
  </p:clrMapOvr>
  <p:transition spd="slow" advClick="0" advTm="300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F91CF-8597-4D59-8FED-531E93AF1A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9275B9-FCD3-42CF-A528-8AD9DEC475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1EDC2C-E98C-46A2-9E17-CFE84E271A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DDEFD-2E25-464B-8BBF-59D2B2F0BDE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354897"/>
      </p:ext>
    </p:extLst>
  </p:cSld>
  <p:clrMapOvr>
    <a:masterClrMapping/>
  </p:clrMapOvr>
  <p:transition spd="slow" advClick="0" advTm="300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DC91B2-2C30-4EB6-BAE5-22813E0B8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E838D-896D-4BAB-BFF7-EEF75E25B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DE6AD-FF39-41A2-A64A-DA84D8A55C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BC0D8-B7DD-4D96-A2BC-C468E2F02C8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679913"/>
      </p:ext>
    </p:extLst>
  </p:cSld>
  <p:clrMapOvr>
    <a:masterClrMapping/>
  </p:clrMapOvr>
  <p:transition spd="slow" advClick="0" advTm="300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1F84C-D45D-4756-A107-7843A62206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57EB84-DF19-4EE8-B1F5-E11A3E8A1B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6E607-D2D8-4B4E-8196-9EC8E48CF1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00DAC-E4D9-43A4-8E39-02D4D2A1685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070498"/>
      </p:ext>
    </p:extLst>
  </p:cSld>
  <p:clrMapOvr>
    <a:masterClrMapping/>
  </p:clrMapOvr>
  <p:transition spd="slow" advClick="0" advTm="300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C14E065-A92C-4E42-AB7B-5C8EF47F53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852259-C585-4AA3-B0DC-B2689C42CA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39A81F2-1841-441D-B47D-CC4B163316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C68C2-72FE-4452-8181-2428B6CC644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934005"/>
      </p:ext>
    </p:extLst>
  </p:cSld>
  <p:clrMapOvr>
    <a:masterClrMapping/>
  </p:clrMapOvr>
  <p:transition spd="slow" advClick="0" advTm="300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4D69BAE-3B31-40C2-9D11-B3D629983B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E34789B-698B-4057-97E2-607755B420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5E55E784-2D5F-4CE6-8A5B-43EBFBE67A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3C67D-3B29-4394-A41C-3DB9280A517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484940"/>
      </p:ext>
    </p:extLst>
  </p:cSld>
  <p:clrMapOvr>
    <a:masterClrMapping/>
  </p:clrMapOvr>
  <p:transition spd="slow" advClick="0" advTm="300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44F1F958-001C-4ADB-B733-0A7A908A4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0386E14-231D-4DB4-B576-D83154AE82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7038D0E-6311-4371-89F8-AEDBEB65F5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B16C4A-6B55-43ED-A824-EB0C7B9AFFA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607750"/>
      </p:ext>
    </p:extLst>
  </p:cSld>
  <p:clrMapOvr>
    <a:masterClrMapping/>
  </p:clrMapOvr>
  <p:transition spd="slow" advClick="0" advTm="300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3F94688-D286-4B9B-8A6C-8037184C8D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F1D6BF3-0887-4FF7-9412-86BE41B1A9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C81B76F-8750-47C9-B9BD-4E083D6CB7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7EE29-996F-42BE-977A-A3AADF7F919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708240"/>
      </p:ext>
    </p:extLst>
  </p:cSld>
  <p:clrMapOvr>
    <a:masterClrMapping/>
  </p:clrMapOvr>
  <p:transition spd="slow" advClick="0" advTm="300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C008AA1-7150-41E1-9D9F-AE1F69669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F320980-9130-41A2-A080-5E16D7605E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41A60E3-8CDE-4CF5-9D76-16B4C67554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BD8E2-5E6A-45A3-956F-7C04C90DF57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86219"/>
      </p:ext>
    </p:extLst>
  </p:cSld>
  <p:clrMapOvr>
    <a:masterClrMapping/>
  </p:clrMapOvr>
  <p:transition spd="slow" advClick="0" advTm="300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8154198-501E-4657-B1BC-0AED98C59D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FA01A7C-66E1-40DC-8EEA-E8BE191B19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2E04BD4-9402-4B51-B6E3-D9A61078C0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C9988-58CB-445E-820E-653B9357209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104096"/>
      </p:ext>
    </p:extLst>
  </p:cSld>
  <p:clrMapOvr>
    <a:masterClrMapping/>
  </p:clrMapOvr>
  <p:transition spd="slow" advClick="0" advTm="300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2D1CA-8AC4-464D-B58A-76B395CB46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28638-B468-441C-B92B-941FF0AE7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EC7CE4-D375-40E5-B150-B36E9BC0AB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BA77F-7088-4A20-9B43-69331D0B668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450816"/>
      </p:ext>
    </p:extLst>
  </p:cSld>
  <p:clrMapOvr>
    <a:masterClrMapping/>
  </p:clrMapOvr>
  <p:transition spd="slow" advClick="0" advTm="300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D03BB-3CE0-4450-A3B9-3716F6635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E6FB0C-E593-4977-8588-C41E129232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A9A3D-14B8-4805-B8EB-677FF89A0D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A74C0-9E81-4708-924A-35ED173D3E4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30485"/>
      </p:ext>
    </p:extLst>
  </p:cSld>
  <p:clrMapOvr>
    <a:masterClrMapping/>
  </p:clrMapOvr>
  <p:transition spd="slow" advClick="0" advTm="300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3CEC7E46-4056-4033-8A8D-6D70A401EF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1369F4DA-FDF5-4CA7-83DA-5ED02E2B09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69CC092F-0098-4F1C-9A59-9A85E34D9D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37411-8A06-4C9D-B009-84B0DE4C947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161382"/>
      </p:ext>
    </p:extLst>
  </p:cSld>
  <p:clrMapOvr>
    <a:masterClrMapping/>
  </p:clrMapOvr>
  <p:transition spd="slow" advClick="0" advTm="300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09892359-A9EC-4117-BACB-75D553F2F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95F62DEE-DDC8-4495-AC7F-51675F9EA7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DB3E3843-A45D-4B09-8702-5379DBAC9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3361B-4A46-4F66-AEA5-9AFA5C22930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547509"/>
      </p:ext>
    </p:extLst>
  </p:cSld>
  <p:clrMapOvr>
    <a:masterClrMapping/>
  </p:clrMapOvr>
  <p:transition spd="slow" advClick="0" advTm="300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7A8A355E-D666-4872-AD6E-52077D8B0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951FE294-276B-41AF-AE3A-26ED6468ED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0891191B-37DE-45AC-B09F-B87EAD3C41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B21F7C-44E9-47A1-83FC-05ADACB7388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489678"/>
      </p:ext>
    </p:extLst>
  </p:cSld>
  <p:clrMapOvr>
    <a:masterClrMapping/>
  </p:clrMapOvr>
  <p:transition spd="slow" advClick="0" advTm="300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CDCC7B-3CCA-4FAF-9904-FC203CF98C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40E1B9-A210-438E-83BC-2F5DF011C6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5C734-6339-4425-A847-D658EE6EA7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114AD-9B03-4000-A5B3-8F3BFF5E369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243237"/>
      </p:ext>
    </p:extLst>
  </p:cSld>
  <p:clrMapOvr>
    <a:masterClrMapping/>
  </p:clrMapOvr>
  <p:transition spd="slow" advClick="0" advTm="300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B1ABB525-092C-4B28-A3FC-C6822BA870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AE5DA4F4-8AAF-4E5E-A80F-3837C8FB50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D018B102-3BDA-4322-A470-DEC3417110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C151E-79ED-4471-A2EF-833E5888CE8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166597"/>
      </p:ext>
    </p:extLst>
  </p:cSld>
  <p:clrMapOvr>
    <a:masterClrMapping/>
  </p:clrMapOvr>
  <p:transition spd="slow" advClick="0" advTm="300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>
            <a:extLst>
              <a:ext uri="{FF2B5EF4-FFF2-40B4-BE49-F238E27FC236}">
                <a16:creationId xmlns:a16="http://schemas.microsoft.com/office/drawing/2014/main" id="{5D1A0FDB-BEF8-4DCF-B50E-C540DFE937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5">
            <a:extLst>
              <a:ext uri="{FF2B5EF4-FFF2-40B4-BE49-F238E27FC236}">
                <a16:creationId xmlns:a16="http://schemas.microsoft.com/office/drawing/2014/main" id="{73EA35A5-E54F-48F1-A15F-99EC9B7F11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23C44A39-538B-4186-99BE-0652DE5871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F6B05-E994-4ADE-ACD9-4883D35608F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086456"/>
      </p:ext>
    </p:extLst>
  </p:cSld>
  <p:clrMapOvr>
    <a:masterClrMapping/>
  </p:clrMapOvr>
  <p:transition spd="slow" advClick="0" advTm="300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>
            <a:extLst>
              <a:ext uri="{FF2B5EF4-FFF2-40B4-BE49-F238E27FC236}">
                <a16:creationId xmlns:a16="http://schemas.microsoft.com/office/drawing/2014/main" id="{511EA494-68A5-4E92-9C6B-1ABF584C21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5">
            <a:extLst>
              <a:ext uri="{FF2B5EF4-FFF2-40B4-BE49-F238E27FC236}">
                <a16:creationId xmlns:a16="http://schemas.microsoft.com/office/drawing/2014/main" id="{FB7D6C59-2D71-46D4-87F5-E9541971A8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C2FA2A0B-9E82-4592-99B7-FB637ABAE2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A3F85-7AFF-488E-8698-CAD3C2520CE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224790"/>
      </p:ext>
    </p:extLst>
  </p:cSld>
  <p:clrMapOvr>
    <a:masterClrMapping/>
  </p:clrMapOvr>
  <p:transition spd="slow" advClick="0" advTm="300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9114DC-CF76-44DC-886E-6144557CA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021E64-981C-4235-B984-87B1926F6E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93F8ED-532C-459F-9950-5A4B163DE4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A70D0-A332-4ED9-AC4F-5D792559164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230785"/>
      </p:ext>
    </p:extLst>
  </p:cSld>
  <p:clrMapOvr>
    <a:masterClrMapping/>
  </p:clrMapOvr>
  <p:transition spd="slow" advClick="0" advTm="300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4B178-536C-4F6D-AC32-701432399A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32C6A5-0191-4E5F-A5A3-43652F7130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F530C2-707E-41A9-85A4-37E50BCA65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7290E-7968-4B8C-9BE0-2F74CFD0141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314117"/>
      </p:ext>
    </p:extLst>
  </p:cSld>
  <p:clrMapOvr>
    <a:masterClrMapping/>
  </p:clrMapOvr>
  <p:transition spd="slow" advClick="0" advTm="300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6DEBD00F-7FA6-4DAB-8525-E03DFAE4F2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25CB36A4-52C9-4952-821D-D2E1515E8E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081E4C28-9209-48F3-882B-249AD1FCC0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4CFDE-24E2-4B60-A931-C7501A33249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111682"/>
      </p:ext>
    </p:extLst>
  </p:cSld>
  <p:clrMapOvr>
    <a:masterClrMapping/>
  </p:clrMapOvr>
  <p:transition spd="slow" advClick="0" advTm="300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416A62B4-C3FB-42A9-9F5D-67372DEAA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C137CD59-A02C-4664-A48D-672DA110BD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86FBB16D-1789-4950-9550-480ED8C105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14FCF-705C-4FE6-B5B9-353F40F73CF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22512"/>
      </p:ext>
    </p:extLst>
  </p:cSld>
  <p:clrMapOvr>
    <a:masterClrMapping/>
  </p:clrMapOvr>
  <p:transition spd="slow" advClick="0" advTm="300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6">
            <a:extLst>
              <a:ext uri="{FF2B5EF4-FFF2-40B4-BE49-F238E27FC236}">
                <a16:creationId xmlns:a16="http://schemas.microsoft.com/office/drawing/2014/main" id="{441F8102-A63C-4EC4-8902-4A4D0203C5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7">
            <a:extLst>
              <a:ext uri="{FF2B5EF4-FFF2-40B4-BE49-F238E27FC236}">
                <a16:creationId xmlns:a16="http://schemas.microsoft.com/office/drawing/2014/main" id="{27D8AC21-8AE8-4789-97AB-970FD9141F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>
            <a:extLst>
              <a:ext uri="{FF2B5EF4-FFF2-40B4-BE49-F238E27FC236}">
                <a16:creationId xmlns:a16="http://schemas.microsoft.com/office/drawing/2014/main" id="{1AD11540-868A-4E3F-90BA-4ACF66148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13869-9BAB-4BA5-8728-78A943B0995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01979"/>
      </p:ext>
    </p:extLst>
  </p:cSld>
  <p:clrMapOvr>
    <a:masterClrMapping/>
  </p:clrMapOvr>
  <p:transition spd="slow" advClick="0" advTm="300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>
            <a:extLst>
              <a:ext uri="{FF2B5EF4-FFF2-40B4-BE49-F238E27FC236}">
                <a16:creationId xmlns:a16="http://schemas.microsoft.com/office/drawing/2014/main" id="{F84D2F82-3CDF-47D2-B377-8794A97DEF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7">
            <a:extLst>
              <a:ext uri="{FF2B5EF4-FFF2-40B4-BE49-F238E27FC236}">
                <a16:creationId xmlns:a16="http://schemas.microsoft.com/office/drawing/2014/main" id="{3075BEAD-4250-46E1-9DE6-D15C3E78C0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>
            <a:extLst>
              <a:ext uri="{FF2B5EF4-FFF2-40B4-BE49-F238E27FC236}">
                <a16:creationId xmlns:a16="http://schemas.microsoft.com/office/drawing/2014/main" id="{7987DEB7-77BA-4044-9BA0-A2A8508EDB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D3DFB-066C-4D38-B734-053A5CD7BE5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55130"/>
      </p:ext>
    </p:extLst>
  </p:cSld>
  <p:clrMapOvr>
    <a:masterClrMapping/>
  </p:clrMapOvr>
  <p:transition spd="slow" advClick="0" advTm="300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6">
            <a:extLst>
              <a:ext uri="{FF2B5EF4-FFF2-40B4-BE49-F238E27FC236}">
                <a16:creationId xmlns:a16="http://schemas.microsoft.com/office/drawing/2014/main" id="{E7B7ABE8-A12C-436A-8D1C-0E40D5717B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7">
            <a:extLst>
              <a:ext uri="{FF2B5EF4-FFF2-40B4-BE49-F238E27FC236}">
                <a16:creationId xmlns:a16="http://schemas.microsoft.com/office/drawing/2014/main" id="{ED9EC73F-34D4-4A51-B63C-4C801F44A0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>
            <a:extLst>
              <a:ext uri="{FF2B5EF4-FFF2-40B4-BE49-F238E27FC236}">
                <a16:creationId xmlns:a16="http://schemas.microsoft.com/office/drawing/2014/main" id="{49C6FA6A-A48D-4890-8478-8A22D5002B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64A31-B69C-45F0-A7C2-1A02F72B5B9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890056"/>
      </p:ext>
    </p:extLst>
  </p:cSld>
  <p:clrMapOvr>
    <a:masterClrMapping/>
  </p:clrMapOvr>
  <p:transition spd="slow" advClick="0" advTm="300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6">
            <a:extLst>
              <a:ext uri="{FF2B5EF4-FFF2-40B4-BE49-F238E27FC236}">
                <a16:creationId xmlns:a16="http://schemas.microsoft.com/office/drawing/2014/main" id="{DF0B18A1-0B78-4869-8C55-25FF37E4E9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7">
            <a:extLst>
              <a:ext uri="{FF2B5EF4-FFF2-40B4-BE49-F238E27FC236}">
                <a16:creationId xmlns:a16="http://schemas.microsoft.com/office/drawing/2014/main" id="{A41085AB-D387-4F8C-B58B-85C320D6A6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>
            <a:extLst>
              <a:ext uri="{FF2B5EF4-FFF2-40B4-BE49-F238E27FC236}">
                <a16:creationId xmlns:a16="http://schemas.microsoft.com/office/drawing/2014/main" id="{A2F7ED3C-52A9-4DC1-ADF8-CF05F5D4C1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08CFC-6862-4B42-A200-7404A0DC851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536591"/>
      </p:ext>
    </p:extLst>
  </p:cSld>
  <p:clrMapOvr>
    <a:masterClrMapping/>
  </p:clrMapOvr>
  <p:transition spd="slow" advClick="0" advTm="300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5031AA-BB49-4658-8CF7-C2E0C4E3D1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6FE633-A383-4C25-8031-2EAADB3325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FC3FD6-4F02-4036-BBA6-22A6FE1D16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BE46A-00C7-410A-A8F1-394D91BD848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196452"/>
      </p:ext>
    </p:extLst>
  </p:cSld>
  <p:clrMapOvr>
    <a:masterClrMapping/>
  </p:clrMapOvr>
  <p:transition spd="slow" advClick="0" advTm="300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6">
            <a:extLst>
              <a:ext uri="{FF2B5EF4-FFF2-40B4-BE49-F238E27FC236}">
                <a16:creationId xmlns:a16="http://schemas.microsoft.com/office/drawing/2014/main" id="{CEEEDCBC-0CA1-4EC9-AC1D-E2C85CF54B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7">
            <a:extLst>
              <a:ext uri="{FF2B5EF4-FFF2-40B4-BE49-F238E27FC236}">
                <a16:creationId xmlns:a16="http://schemas.microsoft.com/office/drawing/2014/main" id="{A80D80DC-3C97-43A2-B943-406609706A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8">
            <a:extLst>
              <a:ext uri="{FF2B5EF4-FFF2-40B4-BE49-F238E27FC236}">
                <a16:creationId xmlns:a16="http://schemas.microsoft.com/office/drawing/2014/main" id="{E6733CC9-9CB8-44F5-B000-7C662272AC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1852A-ACDB-4FBD-A4DB-7F209C58AE6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053808"/>
      </p:ext>
    </p:extLst>
  </p:cSld>
  <p:clrMapOvr>
    <a:masterClrMapping/>
  </p:clrMapOvr>
  <p:transition spd="slow" advClick="0" advTm="300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>
            <a:extLst>
              <a:ext uri="{FF2B5EF4-FFF2-40B4-BE49-F238E27FC236}">
                <a16:creationId xmlns:a16="http://schemas.microsoft.com/office/drawing/2014/main" id="{1D2DC2B1-1515-4A0E-A1B7-74B69E16AE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7">
            <a:extLst>
              <a:ext uri="{FF2B5EF4-FFF2-40B4-BE49-F238E27FC236}">
                <a16:creationId xmlns:a16="http://schemas.microsoft.com/office/drawing/2014/main" id="{33354C87-479E-4A5D-B950-8EBBF2560E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8">
            <a:extLst>
              <a:ext uri="{FF2B5EF4-FFF2-40B4-BE49-F238E27FC236}">
                <a16:creationId xmlns:a16="http://schemas.microsoft.com/office/drawing/2014/main" id="{8ED5750D-9FE6-4B97-BEE9-C89CC3CC7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9D04D-980F-42E0-B434-91D29D208D6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900157"/>
      </p:ext>
    </p:extLst>
  </p:cSld>
  <p:clrMapOvr>
    <a:masterClrMapping/>
  </p:clrMapOvr>
  <p:transition spd="slow" advClick="0" advTm="300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>
            <a:extLst>
              <a:ext uri="{FF2B5EF4-FFF2-40B4-BE49-F238E27FC236}">
                <a16:creationId xmlns:a16="http://schemas.microsoft.com/office/drawing/2014/main" id="{5C242152-B8F2-4EE5-99F5-2F13C8ECE7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7">
            <a:extLst>
              <a:ext uri="{FF2B5EF4-FFF2-40B4-BE49-F238E27FC236}">
                <a16:creationId xmlns:a16="http://schemas.microsoft.com/office/drawing/2014/main" id="{F64D5895-0CB3-49DB-B48B-4B06B5A94E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>
            <a:extLst>
              <a:ext uri="{FF2B5EF4-FFF2-40B4-BE49-F238E27FC236}">
                <a16:creationId xmlns:a16="http://schemas.microsoft.com/office/drawing/2014/main" id="{1956A0C1-8729-4D46-A0D2-E505317B03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50ED20-049A-49C1-A5D8-96DF3FC97AB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226650"/>
      </p:ext>
    </p:extLst>
  </p:cSld>
  <p:clrMapOvr>
    <a:masterClrMapping/>
  </p:clrMapOvr>
  <p:transition spd="slow" advClick="0" advTm="300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>
            <a:extLst>
              <a:ext uri="{FF2B5EF4-FFF2-40B4-BE49-F238E27FC236}">
                <a16:creationId xmlns:a16="http://schemas.microsoft.com/office/drawing/2014/main" id="{50480D3E-EA06-421B-A291-FD5D700381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7">
            <a:extLst>
              <a:ext uri="{FF2B5EF4-FFF2-40B4-BE49-F238E27FC236}">
                <a16:creationId xmlns:a16="http://schemas.microsoft.com/office/drawing/2014/main" id="{6C1B06B3-2A8F-467E-B665-F6ECAACFE8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>
            <a:extLst>
              <a:ext uri="{FF2B5EF4-FFF2-40B4-BE49-F238E27FC236}">
                <a16:creationId xmlns:a16="http://schemas.microsoft.com/office/drawing/2014/main" id="{8E90C688-B568-4387-8FE9-CA4D59F814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797FED-4C7B-4233-8B21-6A752C56960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885351"/>
      </p:ext>
    </p:extLst>
  </p:cSld>
  <p:clrMapOvr>
    <a:masterClrMapping/>
  </p:clrMapOvr>
  <p:transition spd="slow" advClick="0" advTm="300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>
            <a:extLst>
              <a:ext uri="{FF2B5EF4-FFF2-40B4-BE49-F238E27FC236}">
                <a16:creationId xmlns:a16="http://schemas.microsoft.com/office/drawing/2014/main" id="{9F68C603-FED1-417F-91A3-68E5874C50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7">
            <a:extLst>
              <a:ext uri="{FF2B5EF4-FFF2-40B4-BE49-F238E27FC236}">
                <a16:creationId xmlns:a16="http://schemas.microsoft.com/office/drawing/2014/main" id="{EC0C3930-D3B3-4B44-B79A-89F16A9A53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>
            <a:extLst>
              <a:ext uri="{FF2B5EF4-FFF2-40B4-BE49-F238E27FC236}">
                <a16:creationId xmlns:a16="http://schemas.microsoft.com/office/drawing/2014/main" id="{7E545DFF-CD1D-41DC-850B-5148FFA321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F8300-55E0-4F4B-AB74-00B6D837C3D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751326"/>
      </p:ext>
    </p:extLst>
  </p:cSld>
  <p:clrMapOvr>
    <a:masterClrMapping/>
  </p:clrMapOvr>
  <p:transition spd="slow" advClick="0" advTm="300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>
            <a:extLst>
              <a:ext uri="{FF2B5EF4-FFF2-40B4-BE49-F238E27FC236}">
                <a16:creationId xmlns:a16="http://schemas.microsoft.com/office/drawing/2014/main" id="{08A998EE-D610-4DF8-9BAE-82A6AEB512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7">
            <a:extLst>
              <a:ext uri="{FF2B5EF4-FFF2-40B4-BE49-F238E27FC236}">
                <a16:creationId xmlns:a16="http://schemas.microsoft.com/office/drawing/2014/main" id="{8FDBBC99-E77F-40CE-BD76-6B774BAFF2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>
            <a:extLst>
              <a:ext uri="{FF2B5EF4-FFF2-40B4-BE49-F238E27FC236}">
                <a16:creationId xmlns:a16="http://schemas.microsoft.com/office/drawing/2014/main" id="{42100B0F-9941-442B-88C8-C52455CEBB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048183-B4CC-48D9-B932-A3C7591FBA9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532133"/>
      </p:ext>
    </p:extLst>
  </p:cSld>
  <p:clrMapOvr>
    <a:masterClrMapping/>
  </p:clrMapOvr>
  <p:transition spd="slow" advClick="0" advTm="300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F1222316-DC56-4BEC-8E42-8DEDAB3F1B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118D444B-4AE2-4BBC-B769-6C1A255C8B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9BD0BF1-9FD1-4C50-BE09-7DC5CF82D8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FA569-47D2-4E55-80BA-33B45F9658D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542750"/>
      </p:ext>
    </p:extLst>
  </p:cSld>
  <p:clrMapOvr>
    <a:masterClrMapping/>
  </p:clrMapOvr>
  <p:transition spd="slow" advClick="0" advTm="300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2606F508-9DF2-4060-9E31-5027850DCE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5CB1FEDE-2F6C-4553-B3C5-5A0C876B0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D3EBE792-947F-4054-8094-CBD2E79FE4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3034E-A158-4624-91B9-B69B11DEC80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594486"/>
      </p:ext>
    </p:extLst>
  </p:cSld>
  <p:clrMapOvr>
    <a:masterClrMapping/>
  </p:clrMapOvr>
  <p:transition spd="slow" advClick="0" advTm="300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08359864-FB49-4EB0-881E-99F3BBC6F7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92E6C2B1-A68E-4066-BADE-39EA55DA14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A167CA30-9615-4962-956E-C2B92282D1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C32B9-A4A4-48B3-9E4E-6586A3FEDB9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139234"/>
      </p:ext>
    </p:extLst>
  </p:cSld>
  <p:clrMapOvr>
    <a:masterClrMapping/>
  </p:clrMapOvr>
  <p:transition spd="slow" advClick="0" advTm="300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41E19BB7-652D-44C2-BA91-EEEDB39410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F9929756-FCB2-48A4-BC81-FE55B25E48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33DC151E-61EE-4C5A-8568-0F9373F640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35EA4-B8A7-4D49-941D-C6E45035803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063015"/>
      </p:ext>
    </p:extLst>
  </p:cSld>
  <p:clrMapOvr>
    <a:masterClrMapping/>
  </p:clrMapOvr>
  <p:transition spd="slow" advClick="0" advTm="300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51DD2C09-BD78-47E1-BDF4-14CBE98F23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3">
            <a:extLst>
              <a:ext uri="{FF2B5EF4-FFF2-40B4-BE49-F238E27FC236}">
                <a16:creationId xmlns:a16="http://schemas.microsoft.com/office/drawing/2014/main" id="{56ED1FF7-4CC2-4748-A7A2-96AEABF284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E716C93D-4553-4DA4-9ABB-ABAC1D33A7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6BF29-8900-463A-AFAB-8AEC3CC0785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381838"/>
      </p:ext>
    </p:extLst>
  </p:cSld>
  <p:clrMapOvr>
    <a:masterClrMapping/>
  </p:clrMapOvr>
  <p:transition spd="slow" advClick="0" advTm="300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D0007F-7EEA-4CB8-8DBA-0367662BF8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47C0A1-70CD-4C3B-9E4B-3B7EA23B2D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80B95F-4A17-4579-9510-E5D44A67A5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65944-9C0F-47EE-8ECC-24EF5654181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749213"/>
      </p:ext>
    </p:extLst>
  </p:cSld>
  <p:clrMapOvr>
    <a:masterClrMapping/>
  </p:clrMapOvr>
  <p:transition spd="slow" advClick="0" advTm="300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B390E9FC-6776-451A-8780-E44805E448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B191B228-B99E-4826-BE82-85DDF6CEAE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C4A156BD-F3A5-4C51-985A-D4E9CADE7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5A8CA-4313-4B60-A673-9C3BA238331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65934"/>
      </p:ext>
    </p:extLst>
  </p:cSld>
  <p:clrMapOvr>
    <a:masterClrMapping/>
  </p:clrMapOvr>
  <p:transition spd="slow" advClick="0" advTm="300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18578722-2E8F-4D44-9C37-2D1B3A7B03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CF21D12C-04E5-4619-991A-59A1071224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320F995C-B868-4C80-82D1-C1366E68B8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8C07F-0237-4C96-AEE2-30174E7F231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941878"/>
      </p:ext>
    </p:extLst>
  </p:cSld>
  <p:clrMapOvr>
    <a:masterClrMapping/>
  </p:clrMapOvr>
  <p:transition spd="slow" advClick="0" advTm="300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53D39211-E02A-4F78-87DB-007EADFB3F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426EBF7E-3053-4C42-98D9-0F9DC87618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8B22C983-819E-40D8-B5D6-A70B1F3616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0449D-12FA-4253-9DAE-BBA04E9BF6B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32797"/>
      </p:ext>
    </p:extLst>
  </p:cSld>
  <p:clrMapOvr>
    <a:masterClrMapping/>
  </p:clrMapOvr>
  <p:transition spd="slow" advClick="0" advTm="300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825472C-26A3-419B-AF4D-1BF522125E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F73D00CF-858F-4F0E-BBD6-CF5B53E514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DAD629E1-5BFD-4A6C-B877-B5A3161171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9DF52-36B1-4785-8E74-FF85DDAF568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56385"/>
      </p:ext>
    </p:extLst>
  </p:cSld>
  <p:clrMapOvr>
    <a:masterClrMapping/>
  </p:clrMapOvr>
  <p:transition spd="slow" advClick="0" advTm="300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C1568D02-5A87-4AC6-BC37-C21B799E65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E2AD09E2-4AE1-48B4-BC81-F4D444CA2E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13651D2-42CD-4AAC-B3A1-51D8CB64E5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6D6AD-5D18-400F-9DEF-E4C4CCA9530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749453"/>
      </p:ext>
    </p:extLst>
  </p:cSld>
  <p:clrMapOvr>
    <a:masterClrMapping/>
  </p:clrMapOvr>
  <p:transition spd="slow" advClick="0" advTm="300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C03C1147-5386-4C00-A94E-C34652DEC8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81081C4E-7BE9-44EB-BF14-6527CAF9C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957612CC-2FA2-4E97-BEE5-AF65044FA8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40160-AEC1-4B00-B543-80560B443D0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123876"/>
      </p:ext>
    </p:extLst>
  </p:cSld>
  <p:clrMapOvr>
    <a:masterClrMapping/>
  </p:clrMapOvr>
  <p:transition spd="slow" advClick="0" advTm="300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16FD86FC-D042-494C-8B37-C722B6861A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E75C4EAF-E756-413D-AEE9-893BAAA41C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E16A78FF-A41B-461A-81F4-00EE47AE91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79D5F-6F03-4689-8DD8-2D9440292A5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089499"/>
      </p:ext>
    </p:extLst>
  </p:cSld>
  <p:clrMapOvr>
    <a:masterClrMapping/>
  </p:clrMapOvr>
  <p:transition spd="slow" advClick="0" advTm="300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DAD7F0F4-78DD-42AB-A5C3-0A60E774C2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C7A44EC9-C700-4440-A6C0-C63CD5DFE9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208A7485-4273-42A2-A496-C4EA81C4E6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EFBA4-5BC2-487A-98B8-DFAF4972BA9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600885"/>
      </p:ext>
    </p:extLst>
  </p:cSld>
  <p:clrMapOvr>
    <a:masterClrMapping/>
  </p:clrMapOvr>
  <p:transition spd="slow" advClick="0" advTm="300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">
            <a:extLst>
              <a:ext uri="{FF2B5EF4-FFF2-40B4-BE49-F238E27FC236}">
                <a16:creationId xmlns:a16="http://schemas.microsoft.com/office/drawing/2014/main" id="{CF129CE5-E774-4E89-89AB-E42A7536DB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8EFC95FD-3428-4426-BFDC-BCCE1C6D63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E3EB8D0E-83FB-46B3-B0F2-59475C8DEF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B3B19-257E-4364-8C46-7A26A95130F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175280"/>
      </p:ext>
    </p:extLst>
  </p:cSld>
  <p:clrMapOvr>
    <a:masterClrMapping/>
  </p:clrMapOvr>
  <p:transition spd="slow" advClick="0" advTm="300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2BAC84BF-2D2C-458D-A1E3-B2A94FCEE8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327D66D3-F757-4F21-A575-F4E2A87CEE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04C65994-6C38-4386-A710-664333B474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CD34F-6C65-45B8-9DD8-ECDAF7343D7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341650"/>
      </p:ext>
    </p:extLst>
  </p:cSld>
  <p:clrMapOvr>
    <a:masterClrMapping/>
  </p:clrMapOvr>
  <p:transition spd="slow" advClick="0" advTm="300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1">
            <a:extLst>
              <a:ext uri="{FF2B5EF4-FFF2-40B4-BE49-F238E27FC236}">
                <a16:creationId xmlns:a16="http://schemas.microsoft.com/office/drawing/2014/main" id="{13C62CFC-216D-4B14-B399-2A70456E31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2">
            <a:extLst>
              <a:ext uri="{FF2B5EF4-FFF2-40B4-BE49-F238E27FC236}">
                <a16:creationId xmlns:a16="http://schemas.microsoft.com/office/drawing/2014/main" id="{1B395F7B-B456-42AB-B23D-BB89D6573D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FE736DA2-DCBC-484B-AF1E-A44105AFA7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21400-210F-44DB-AA24-3016AAD345A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651980"/>
      </p:ext>
    </p:extLst>
  </p:cSld>
  <p:clrMapOvr>
    <a:masterClrMapping/>
  </p:clrMapOvr>
  <p:transition spd="slow" advClick="0" advTm="300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A58098-A0A8-4FFD-8CD1-CBA6D7E61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78C3CA-1CD0-4F12-9FFD-05611A54C6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D0B83D-183D-42D7-AFF9-81A4532EF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BBEA2-A25C-423D-807C-03B96426614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345935"/>
      </p:ext>
    </p:extLst>
  </p:cSld>
  <p:clrMapOvr>
    <a:masterClrMapping/>
  </p:clrMapOvr>
  <p:transition spd="slow" advClick="0" advTm="300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>
            <a:extLst>
              <a:ext uri="{FF2B5EF4-FFF2-40B4-BE49-F238E27FC236}">
                <a16:creationId xmlns:a16="http://schemas.microsoft.com/office/drawing/2014/main" id="{7DBB5ACD-33E6-4544-8A09-C764129E71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35548C67-B3E6-41A9-9474-BB55A6BFC3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9D864876-4B61-4DDB-87CD-8F2ADDF972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29B21-549F-4E02-897F-F6E84069A6B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856987"/>
      </p:ext>
    </p:extLst>
  </p:cSld>
  <p:clrMapOvr>
    <a:masterClrMapping/>
  </p:clrMapOvr>
  <p:transition spd="slow" advClick="0" advTm="300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>
            <a:extLst>
              <a:ext uri="{FF2B5EF4-FFF2-40B4-BE49-F238E27FC236}">
                <a16:creationId xmlns:a16="http://schemas.microsoft.com/office/drawing/2014/main" id="{8350B9FE-7C90-4CBE-BE67-60B9B0244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A24F5DC2-E0C8-48D6-AE6A-E7228DB3A9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E84A4405-A88B-4AD5-83FA-695FECA8F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0338D-DFC4-44D2-8E0A-D01319AFFD9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593586"/>
      </p:ext>
    </p:extLst>
  </p:cSld>
  <p:clrMapOvr>
    <a:masterClrMapping/>
  </p:clrMapOvr>
  <p:transition spd="slow" advClick="0" advTm="300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0C7C850C-16E8-4BBA-9703-4DE44E62D0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34E0D9CC-CC33-4769-9525-E74FD82CD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074DEB4B-AA0D-4289-AE09-B158699402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AF9DA-2136-43DF-9A38-91B1AB55D2E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785567"/>
      </p:ext>
    </p:extLst>
  </p:cSld>
  <p:clrMapOvr>
    <a:masterClrMapping/>
  </p:clrMapOvr>
  <p:transition spd="slow" advClick="0" advTm="300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8B567BB7-2E9D-446B-A6C1-7A96FDFB39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DFBE2975-5523-414B-8CDB-D7E7B1AAA5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116C024B-7E11-4F62-9E92-410AA42C5A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69CDE4-B8B5-4614-8BD6-76F4709F682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503030"/>
      </p:ext>
    </p:extLst>
  </p:cSld>
  <p:clrMapOvr>
    <a:masterClrMapping/>
  </p:clrMapOvr>
  <p:transition spd="slow" advClick="0" advTm="300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A567DCD9-4A1C-4D81-A2DC-97FD661142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22A4274C-5C1E-4987-9EFA-A3EA72CEA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5E34BBA9-BC50-4652-B054-EED52EAAFB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ABCEC-76D0-4A8B-9EDB-E4C8026D9F0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45479"/>
      </p:ext>
    </p:extLst>
  </p:cSld>
  <p:clrMapOvr>
    <a:masterClrMapping/>
  </p:clrMapOvr>
  <p:transition spd="slow" advClick="0" advTm="300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D23654EC-F8FE-4051-A2BE-6EF373B091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97408C25-76FD-40A1-9577-4DF4426874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3FFB12D4-1267-4C6C-A1C0-48D4334873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A8A15-6676-4288-AE34-81D63929428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43809"/>
      </p:ext>
    </p:extLst>
  </p:cSld>
  <p:clrMapOvr>
    <a:masterClrMapping/>
  </p:clrMapOvr>
  <p:transition spd="slow" advClick="0" advTm="300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B3FBF069-2A6C-4944-A334-9045862D02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FF6EA5D5-3EE7-45EE-87F3-E274AAF64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1FDE81F7-BE4D-4293-9BB7-2A26D4723D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E68BC-66DD-4F6A-A0AC-E7DCC543BDD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94416"/>
      </p:ext>
    </p:extLst>
  </p:cSld>
  <p:clrMapOvr>
    <a:masterClrMapping/>
  </p:clrMapOvr>
  <p:transition spd="slow" advClick="0" advTm="300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878B79-9226-4DA0-83C0-52A487C884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CB4AFF-5C56-45DA-ABA7-6F2764A59F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CE0073-77E2-4362-9CCB-F97746C1D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3C16F-D3FD-43A0-8D47-BA2587C6D6E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108557"/>
      </p:ext>
    </p:extLst>
  </p:cSld>
  <p:clrMapOvr>
    <a:masterClrMapping/>
  </p:clrMapOvr>
  <p:transition spd="slow" advClick="0" advTm="300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14FE9F8B-3874-4E1D-9C98-7C601C7304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F55461AC-D6CF-4E10-A779-27EB1D3D72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FDD27E11-C6A5-4BB9-A46D-69E7E40643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0FA62-9B01-43EF-A757-012AA5D8031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444964"/>
      </p:ext>
    </p:extLst>
  </p:cSld>
  <p:clrMapOvr>
    <a:masterClrMapping/>
  </p:clrMapOvr>
  <p:transition spd="slow" advClick="0" advTm="300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>
            <a:extLst>
              <a:ext uri="{FF2B5EF4-FFF2-40B4-BE49-F238E27FC236}">
                <a16:creationId xmlns:a16="http://schemas.microsoft.com/office/drawing/2014/main" id="{4450C952-B387-4144-A7E5-24B2DA9DBB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5">
            <a:extLst>
              <a:ext uri="{FF2B5EF4-FFF2-40B4-BE49-F238E27FC236}">
                <a16:creationId xmlns:a16="http://schemas.microsoft.com/office/drawing/2014/main" id="{7942D781-1BAA-4FF6-98DF-0FF0FC113D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31F098B1-56BD-4010-B868-09F3D2E48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1D58A-EDA2-431B-A648-7615E7ABBF9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602748"/>
      </p:ext>
    </p:extLst>
  </p:cSld>
  <p:clrMapOvr>
    <a:masterClrMapping/>
  </p:clrMapOvr>
  <p:transition spd="slow" advClick="0" advTm="300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>
            <a:extLst>
              <a:ext uri="{FF2B5EF4-FFF2-40B4-BE49-F238E27FC236}">
                <a16:creationId xmlns:a16="http://schemas.microsoft.com/office/drawing/2014/main" id="{BA77B3C4-A16F-4C00-9089-2B927D3AF0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5">
            <a:extLst>
              <a:ext uri="{FF2B5EF4-FFF2-40B4-BE49-F238E27FC236}">
                <a16:creationId xmlns:a16="http://schemas.microsoft.com/office/drawing/2014/main" id="{41BC6C6F-D939-4EC7-A6FD-C549561B44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D7C538E1-DA4C-4DC4-81E7-6DCC8D6C7D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4ADF4-B159-4E40-A484-86C65D216A0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665695"/>
      </p:ext>
    </p:extLst>
  </p:cSld>
  <p:clrMapOvr>
    <a:masterClrMapping/>
  </p:clrMapOvr>
  <p:transition spd="slow" advClick="0" advTm="300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D6B71-2F1A-4C91-B615-CFC9B873AC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21CBE1-6D35-4C29-9F0D-325F9CF87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ECA1A7-4446-49DC-B38F-345BE5BA7F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D97DC-18DA-4F6B-AD73-8E85950DAD0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094555"/>
      </p:ext>
    </p:extLst>
  </p:cSld>
  <p:clrMapOvr>
    <a:masterClrMapping/>
  </p:clrMapOvr>
  <p:transition spd="slow" advClick="0" advTm="300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9E3548-DC09-4796-9CEE-76DFCA73F4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EE8A2F-49C3-4ED2-B284-E2963A56E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B90AFE-FFB9-4B57-8EC1-BACBDF0109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B7DA0-90D5-46FF-87F5-163B1B79AFA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019274"/>
      </p:ext>
    </p:extLst>
  </p:cSld>
  <p:clrMapOvr>
    <a:masterClrMapping/>
  </p:clrMapOvr>
  <p:transition spd="slow" advClick="0" advTm="300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1C840011-6CC4-445E-B434-E8FF1CF224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D1E4D711-4E7F-4869-813B-A0FB041DF1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11FD3E4A-988C-4FE8-BDD8-3FD26EBC2F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84065-5026-4721-A1DE-F1B0A69B0D2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287929"/>
      </p:ext>
    </p:extLst>
  </p:cSld>
  <p:clrMapOvr>
    <a:masterClrMapping/>
  </p:clrMapOvr>
  <p:transition spd="slow" advClick="0" advTm="300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51E9EEF4-89F9-4F42-88EB-C2F029472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0EF9F520-12C6-4E3C-A97E-055EBC1F2A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399C4A2C-EF7D-4399-8CB3-6993CC19D4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ED895-D43F-472E-9B75-11B02347066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197045"/>
      </p:ext>
    </p:extLst>
  </p:cSld>
  <p:clrMapOvr>
    <a:masterClrMapping/>
  </p:clrMapOvr>
  <p:transition spd="slow" advClick="0" advTm="300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63CB1D8D-245C-45CD-98A6-790ABAD1AB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418E6ACC-3E6B-4C4C-A962-2645E0A856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674BA96F-64A4-4C8C-949B-1C68FFA17B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87C4E-CDEE-4843-91F0-C2BB0CF7B73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655820"/>
      </p:ext>
    </p:extLst>
  </p:cSld>
  <p:clrMapOvr>
    <a:masterClrMapping/>
  </p:clrMapOvr>
  <p:transition spd="slow" advClick="0" advTm="300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AB72D46A-47D0-4482-8FD9-9644A325D7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BB8DD5B2-0EA8-4F54-A6CF-45DF663BFF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16B7EB2-304A-427B-8428-3A27FE5101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8E7B9-75FA-4718-9EF9-EA3EE5ABF9B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992437"/>
      </p:ext>
    </p:extLst>
  </p:cSld>
  <p:clrMapOvr>
    <a:masterClrMapping/>
  </p:clrMapOvr>
  <p:transition spd="slow" advClick="0" advTm="300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CE69A6DF-607B-4350-8052-287AD7073D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6C676F97-3B30-4EC2-A929-4EA3850542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BF29F7A7-2199-465E-9F54-20FA080560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A5A9B-4947-4A50-BDF0-614FA9E0D17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334235"/>
      </p:ext>
    </p:extLst>
  </p:cSld>
  <p:clrMapOvr>
    <a:masterClrMapping/>
  </p:clrMapOvr>
  <p:transition spd="slow" advClick="0" advTm="300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854F24-0DAB-415D-95D9-AE2037A121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B45CD1-FB00-485F-97B5-769B98978F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0C55FA-FFEC-4645-AFB2-1DACA0840A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5A3CB-A68F-4B25-B469-58259E93E75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264164"/>
      </p:ext>
    </p:extLst>
  </p:cSld>
  <p:clrMapOvr>
    <a:masterClrMapping/>
  </p:clrMapOvr>
  <p:transition spd="slow" advClick="0" advTm="300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DC72AFF0-7885-42BD-B9C2-150DF455DC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FFB1EC2F-3052-4528-A45B-4EEAF26419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29037294-D919-4081-8C94-47B8858042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70990-6A19-4E1E-B8B5-7156A171ED9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078383"/>
      </p:ext>
    </p:extLst>
  </p:cSld>
  <p:clrMapOvr>
    <a:masterClrMapping/>
  </p:clrMapOvr>
  <p:transition spd="slow" advClick="0" advTm="300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>
            <a:extLst>
              <a:ext uri="{FF2B5EF4-FFF2-40B4-BE49-F238E27FC236}">
                <a16:creationId xmlns:a16="http://schemas.microsoft.com/office/drawing/2014/main" id="{61F29245-1F1D-4354-A48B-18E05DA9D6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5">
            <a:extLst>
              <a:ext uri="{FF2B5EF4-FFF2-40B4-BE49-F238E27FC236}">
                <a16:creationId xmlns:a16="http://schemas.microsoft.com/office/drawing/2014/main" id="{3394A2A9-CF35-4E5A-A10C-C85198ECF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BBD36A00-9E29-4BAC-B3F8-BF577710BD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402D7-CECE-4C89-95C1-DA56FBEFE4B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254117"/>
      </p:ext>
    </p:extLst>
  </p:cSld>
  <p:clrMapOvr>
    <a:masterClrMapping/>
  </p:clrMapOvr>
  <p:transition spd="slow" advClick="0" advTm="300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>
            <a:extLst>
              <a:ext uri="{FF2B5EF4-FFF2-40B4-BE49-F238E27FC236}">
                <a16:creationId xmlns:a16="http://schemas.microsoft.com/office/drawing/2014/main" id="{645F5692-B38E-4D61-B0CB-F272B85B24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5">
            <a:extLst>
              <a:ext uri="{FF2B5EF4-FFF2-40B4-BE49-F238E27FC236}">
                <a16:creationId xmlns:a16="http://schemas.microsoft.com/office/drawing/2014/main" id="{6E4BB3C7-752D-4C04-B1D4-E2913A4AAC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E031191D-3674-4203-83E2-BFC4B430F7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31B92-2BA4-4D79-BA74-AAD9531FFD6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04717"/>
      </p:ext>
    </p:extLst>
  </p:cSld>
  <p:clrMapOvr>
    <a:masterClrMapping/>
  </p:clrMapOvr>
  <p:transition spd="slow" advClick="0" advTm="300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8093A9-DB47-46DF-A4DC-00625791E7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3D502B-6B7E-42C5-A45D-CDAAB6DF8C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575FE4-0EE4-4979-9485-F6CD687169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724B3-0E1E-448D-8C0D-B52E25B8AB9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535111"/>
      </p:ext>
    </p:extLst>
  </p:cSld>
  <p:clrMapOvr>
    <a:masterClrMapping/>
  </p:clrMapOvr>
  <p:transition spd="slow" advClick="0" advTm="300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C6716-F7F3-40D3-8F54-A113247CB0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96B385-E4B3-40B7-B499-34CF19591C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7145B4-A077-4C53-95A0-A0FD21395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2DE1B-1A95-4F93-B156-567FDEA8931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494250"/>
      </p:ext>
    </p:extLst>
  </p:cSld>
  <p:clrMapOvr>
    <a:masterClrMapping/>
  </p:clrMapOvr>
  <p:transition spd="slow" advClick="0" advTm="300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73FECDB5-33C6-40F6-A812-0DDFB80D36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7DD8BDEB-8376-4DCE-8C09-48D13AA07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4193787A-9340-4F84-9A77-C950C68463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33C55-8F34-461C-8AC2-B0051BDB776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583047"/>
      </p:ext>
    </p:extLst>
  </p:cSld>
  <p:clrMapOvr>
    <a:masterClrMapping/>
  </p:clrMapOvr>
  <p:transition spd="slow" advClick="0" advTm="300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>
            <a:extLst>
              <a:ext uri="{FF2B5EF4-FFF2-40B4-BE49-F238E27FC236}">
                <a16:creationId xmlns:a16="http://schemas.microsoft.com/office/drawing/2014/main" id="{FEC6FAA1-0369-42C5-A5B1-7D0D47A5B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5">
            <a:extLst>
              <a:ext uri="{FF2B5EF4-FFF2-40B4-BE49-F238E27FC236}">
                <a16:creationId xmlns:a16="http://schemas.microsoft.com/office/drawing/2014/main" id="{4954DBD7-5907-4DDF-A246-F3AF614FEB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20CAA8E-BA41-4712-84F6-5D42AC0A30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F215D-2F46-4CA2-854B-8504994F88B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789020"/>
      </p:ext>
    </p:extLst>
  </p:cSld>
  <p:clrMapOvr>
    <a:masterClrMapping/>
  </p:clrMapOvr>
  <p:transition spd="slow" advClick="0" advTm="300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3EBFD-0E69-4A27-A94C-4A7867D1FC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9659F9-EA7E-40C8-9164-318C4D33AD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53386E-84BB-4839-B2AD-45EC14BEEF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D5D56-B25C-448D-A54A-8389D0BA3B5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503547"/>
      </p:ext>
    </p:extLst>
  </p:cSld>
  <p:clrMapOvr>
    <a:masterClrMapping/>
  </p:clrMapOvr>
  <p:transition spd="slow" advClick="0" advTm="300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73942-3EE4-488E-B92B-6EF4DFD0F4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96000-F519-40B2-BC3B-0DF1203AD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48ED95-16C8-4909-83FE-6338763301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B9C0F-4977-4FF6-8864-8F3A0E640A3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327964"/>
      </p:ext>
    </p:extLst>
  </p:cSld>
  <p:clrMapOvr>
    <a:masterClrMapping/>
  </p:clrMapOvr>
  <p:transition spd="slow" advClick="0" advTm="300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F3AAEC-944B-4F42-921E-FFBFACB3A7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087189-869D-4243-938C-08F98F07C3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D88C7A-6CA2-4272-9631-CBD0BE5C66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88734-3BFF-45E8-8A7B-A293C34C89E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960596"/>
      </p:ext>
    </p:extLst>
  </p:cSld>
  <p:clrMapOvr>
    <a:masterClrMapping/>
  </p:clrMapOvr>
  <p:transition spd="slow" advClick="0" advTm="300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1C7AC9D-5E06-44F6-A6E5-6CB471F4A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F5BC39C-EA67-4227-8009-9BFD0B141A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A893C68-1505-49E5-9AE1-770931CBF1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45FD2-6DAA-49A6-8DB6-C8021C3B374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328453"/>
      </p:ext>
    </p:extLst>
  </p:cSld>
  <p:clrMapOvr>
    <a:masterClrMapping/>
  </p:clrMapOvr>
  <p:transition spd="slow" advClick="0" advTm="300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4DB42C6-2F08-4E52-ADEF-36093A1B20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7BB33D0-F7B0-4417-94C6-C558BDF3C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1FC92B8E-863C-41BC-83E5-77C29B15D4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B9319-1EC3-46B4-B544-50A6409E555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735653"/>
      </p:ext>
    </p:extLst>
  </p:cSld>
  <p:clrMapOvr>
    <a:masterClrMapping/>
  </p:clrMapOvr>
  <p:transition spd="slow" advClick="0" advTm="300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57363303-5A95-4CA4-AC42-5460950B67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DB82A3D-3323-4177-8293-93B350C115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FD72A22-0FB5-475F-9488-C50C53CBFC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23DCF-AA37-410D-ADFD-863ECFED16A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834916"/>
      </p:ext>
    </p:extLst>
  </p:cSld>
  <p:clrMapOvr>
    <a:masterClrMapping/>
  </p:clrMapOvr>
  <p:transition spd="slow" advClick="0" advTm="300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4750D39-53E4-4FD8-B3B8-A08D9D0FA7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BFD968A-33E4-4A17-986B-12F4158BB1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8040C20-1BCB-4E53-908D-5C7E728C56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5B937-34D4-49CA-8A44-5D1B54DF3B7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039776"/>
      </p:ext>
    </p:extLst>
  </p:cSld>
  <p:clrMapOvr>
    <a:masterClrMapping/>
  </p:clrMapOvr>
  <p:transition spd="slow" advClick="0" advTm="300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5969CB5-26E0-44A9-83A2-8D065E2655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706424E-9B7F-4C78-8FF1-03FA96BB59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C102160-6283-4D54-94DD-BC26A5AB38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C26A5-62B3-4430-97B6-221E23C57F7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683931"/>
      </p:ext>
    </p:extLst>
  </p:cSld>
  <p:clrMapOvr>
    <a:masterClrMapping/>
  </p:clrMapOvr>
  <p:transition spd="slow" advClick="0" advTm="300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F86A421-81BF-47E4-A799-83E5112E6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701C0A1-EA6C-47A6-89C0-FA1529D221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39FDBC9-CACC-485B-A8A4-8FDF4916D8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E6565-C949-4A25-B593-7F3F3EBE797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303034"/>
      </p:ext>
    </p:extLst>
  </p:cSld>
  <p:clrMapOvr>
    <a:masterClrMapping/>
  </p:clrMapOvr>
  <p:transition spd="slow" advClick="0" advTm="3000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05B73D-91F6-4854-92EA-8469EDBE27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82423C-9E79-427C-AFA1-1BFB9AB325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E7305-438E-4FC0-A40F-7299D48CEA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F584D-9E0B-4312-9922-1BF9C5CDB72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985538"/>
      </p:ext>
    </p:extLst>
  </p:cSld>
  <p:clrMapOvr>
    <a:masterClrMapping/>
  </p:clrMapOvr>
  <p:transition spd="slow" advClick="0" advTm="3000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73B737-D78C-4222-B06E-BA158E41BB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9AE38E-059C-4F6F-9CE1-0CAFB7CF7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088716-7BCD-4D66-842C-8D7B118D0C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45B82-3CB5-4FFD-A25F-9801A58CEB4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909100"/>
      </p:ext>
    </p:extLst>
  </p:cSld>
  <p:clrMapOvr>
    <a:masterClrMapping/>
  </p:clrMapOvr>
  <p:transition spd="slow" advClick="0" advTm="3000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D8D163-BC49-43BE-A33C-7284F0CD70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0CE053-D0B9-4D6F-A54B-F20648E937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3C6531-C1F3-4849-94A5-D3C86E5A01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4436B-5463-4171-BBE8-34065F1B02D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797322"/>
      </p:ext>
    </p:extLst>
  </p:cSld>
  <p:clrMapOvr>
    <a:masterClrMapping/>
  </p:clrMapOvr>
  <p:transition spd="slow" advClick="0" advTm="3000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CB9D1-43C6-4D84-8171-D5A3186C1B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FAFD8-C5F4-42A7-9EFE-F6B0839537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C950A-CC97-46EC-8319-71058E1F57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CB055-9490-45EA-B58A-925E5549D73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966992"/>
      </p:ext>
    </p:extLst>
  </p:cSld>
  <p:clrMapOvr>
    <a:masterClrMapping/>
  </p:clrMapOvr>
  <p:transition spd="slow" advClick="0" advTm="3000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FD848E-1637-467A-B80B-B2B9328BA9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1B1AD2-534F-45C7-AA80-58B6637750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FC5EE-B864-44B8-9FA9-D706C930FA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0D47D-7166-41DF-ACC7-889ED49BAF8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873106"/>
      </p:ext>
    </p:extLst>
  </p:cSld>
  <p:clrMapOvr>
    <a:masterClrMapping/>
  </p:clrMapOvr>
  <p:transition spd="slow" advClick="0" advTm="300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333EC84-41E0-42CA-82DC-1387D63A73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6AE74CF-CD53-490D-83BC-3CDCE42185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F8FDDEB-15AC-408F-BD4B-1A9960C6EE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DAC92-0537-438C-B0D1-1CE84ECB104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858971"/>
      </p:ext>
    </p:extLst>
  </p:cSld>
  <p:clrMapOvr>
    <a:masterClrMapping/>
  </p:clrMapOvr>
  <p:transition spd="slow" advClick="0" advTm="3000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63DF3A2-EDFD-4690-85F4-CE53DD1AA7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FDC490B-B4C0-4766-9B6B-CEB94CA0C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973FD11-90E4-4151-8B28-88709BAE60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26FF6-542B-4072-A645-AA0F49FAACA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690003"/>
      </p:ext>
    </p:extLst>
  </p:cSld>
  <p:clrMapOvr>
    <a:masterClrMapping/>
  </p:clrMapOvr>
  <p:transition spd="slow" advClick="0" advTm="300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CFE6BA2-22DD-4346-AFA6-217EE06A7A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FAFCE658-F153-40BB-8765-34D9398CF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44E1E97-062B-467D-9A83-499D11510D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CC890-A7BC-4A0E-B410-C1EAEB7C430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995790"/>
      </p:ext>
    </p:extLst>
  </p:cSld>
  <p:clrMapOvr>
    <a:masterClrMapping/>
  </p:clrMapOvr>
  <p:transition spd="slow" advClick="0" advTm="300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E5C5FA4-C237-41DB-9460-501882C9B4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6A9E637-FC11-4D5C-B624-2AA5702855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CF227120-48C9-4FF3-90DC-455D33DF6D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D8D90-604D-4AEA-8361-5143B78E278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492220"/>
      </p:ext>
    </p:extLst>
  </p:cSld>
  <p:clrMapOvr>
    <a:masterClrMapping/>
  </p:clrMapOvr>
  <p:transition spd="slow" advClick="0" advTm="300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90E4ABA-8C8C-4753-8D97-3AA6150A04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A69B96B-7127-4E25-B1AE-84A4A8E63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74457EF-EF7F-4E68-8720-475C8EC914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F109A7-2A38-4806-AD13-0CB34226FFF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452428"/>
      </p:ext>
    </p:extLst>
  </p:cSld>
  <p:clrMapOvr>
    <a:masterClrMapping/>
  </p:clrMapOvr>
  <p:transition spd="slow" advClick="0" advTm="300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31BCCFE-1CBF-4C4F-9B41-F664FA4013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B04033C-91E2-4A93-B6D2-FCFB84FD7D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2F4E3D2-2033-49A0-953F-06EC98229A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91DAA-AD8F-47C9-8944-1BFF0AB45F4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359303"/>
      </p:ext>
    </p:extLst>
  </p:cSld>
  <p:clrMapOvr>
    <a:masterClrMapping/>
  </p:clrMapOvr>
  <p:transition spd="slow" advClick="0" advTm="300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8248D-BC2D-4643-BD0A-C2964F1766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138B3-58B1-408A-9245-36E697FF5B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82D37-649A-4EF7-ACF1-69F26A9A6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F277B5-35D5-4795-9FE4-36C99617CA3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832261"/>
      </p:ext>
    </p:extLst>
  </p:cSld>
  <p:clrMapOvr>
    <a:masterClrMapping/>
  </p:clrMapOvr>
  <p:transition spd="slow" advClick="0" advTm="300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3A97A-D9B2-4562-8C5D-2A9F6631B4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2FD2D-48D8-4BE2-9CE5-931DEF9E20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E332DA-FA0B-47D1-AD67-137075BC6E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2FDA6-11FB-4B21-B4D9-47ACD7DCD11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271020"/>
      </p:ext>
    </p:extLst>
  </p:cSld>
  <p:clrMapOvr>
    <a:masterClrMapping/>
  </p:clrMapOvr>
  <p:transition spd="slow" advClick="0" advTm="300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9496EE9A-B4C6-4124-812C-9E3E0727B4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CB9219F0-A4AF-4CBE-BE2C-1FEE021D31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C9B28E92-52C5-44F6-BB23-2E707AF1D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94F6A-EE7A-4F3F-868A-D017D646231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590654"/>
      </p:ext>
    </p:extLst>
  </p:cSld>
  <p:clrMapOvr>
    <a:masterClrMapping/>
  </p:clrMapOvr>
  <p:transition spd="slow" advClick="0" advTm="3000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57554E32-C406-4884-A26E-BCFDD3518C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5FE1DD32-E1EC-438D-B7C0-42602DB55E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70C82B74-FBBC-48F7-A838-36261D7C9C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DB617-6BE2-4E2F-9A17-C2B601414E3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863425"/>
      </p:ext>
    </p:extLst>
  </p:cSld>
  <p:clrMapOvr>
    <a:masterClrMapping/>
  </p:clrMapOvr>
  <p:transition spd="slow" advClick="0" advTm="3000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72FCC0A-E98C-493C-A70D-7EF698E3B3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F7DF66CA-62C0-438F-9B5F-416ACCF367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C7C10271-83AA-491D-96F6-C38891ADB5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89CEC-FB6C-4500-AC3A-89C6B5A107A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08208"/>
      </p:ext>
    </p:extLst>
  </p:cSld>
  <p:clrMapOvr>
    <a:masterClrMapping/>
  </p:clrMapOvr>
  <p:transition spd="slow" advClick="0" advTm="3000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F5DEE311-EAC5-472B-8F42-679CD1D463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DD09889E-6B85-4679-8C97-2A2DE365CA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33DF3A22-9297-48CB-A095-50E253568E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16776-9F92-4CF6-AD78-ED3B86286B8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355242"/>
      </p:ext>
    </p:extLst>
  </p:cSld>
  <p:clrMapOvr>
    <a:masterClrMapping/>
  </p:clrMapOvr>
  <p:transition spd="slow" advClick="0" advTm="3000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06B92C08-810A-4582-8765-6889FB6ED1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" name="页脚占位符 3">
            <a:extLst>
              <a:ext uri="{FF2B5EF4-FFF2-40B4-BE49-F238E27FC236}">
                <a16:creationId xmlns:a16="http://schemas.microsoft.com/office/drawing/2014/main" id="{F1A82B26-C0E0-4F88-95E5-A57A2B5B16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DAF3DCD-A84A-4EF9-9163-A9A0E64628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D054F-C317-4976-9A0F-B784583AFFD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943180"/>
      </p:ext>
    </p:extLst>
  </p:cSld>
  <p:clrMapOvr>
    <a:masterClrMapping/>
  </p:clrMapOvr>
  <p:transition spd="slow" advClick="0" advTm="3000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8D382-8605-4A9B-9128-0A21A96BAC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C54BA5-B4BE-4D13-AA0E-DC441D70D6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D1E600-CD7B-4675-B4AA-4BDEA5DFAB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AB3FF-1045-4FB0-AF33-0AF7604B4E9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858649"/>
      </p:ext>
    </p:extLst>
  </p:cSld>
  <p:clrMapOvr>
    <a:masterClrMapping/>
  </p:clrMapOvr>
  <p:transition spd="slow" advClick="0" advTm="3000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9ABF242E-0CD2-4FFC-8C23-DBAE007E6B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" name="页脚占位符 3">
            <a:extLst>
              <a:ext uri="{FF2B5EF4-FFF2-40B4-BE49-F238E27FC236}">
                <a16:creationId xmlns:a16="http://schemas.microsoft.com/office/drawing/2014/main" id="{C5D1040B-EF98-489B-BECD-EE182EF1DB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E83E772-F240-4C78-9384-955BD7C329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1FE68-3A45-4358-836C-AC9363CF44D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289359"/>
      </p:ext>
    </p:extLst>
  </p:cSld>
  <p:clrMapOvr>
    <a:masterClrMapping/>
  </p:clrMapOvr>
  <p:transition spd="slow" advClick="0" advTm="300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E7E5ACE3-58E0-4BA5-AACB-BFF435B009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CA598AD4-EB9D-4F8C-A778-068DE81111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B7F53E7D-AA6B-4B84-B505-154EC644A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2A138-483A-4FFD-8D6C-3B77D804B0D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846213"/>
      </p:ext>
    </p:extLst>
  </p:cSld>
  <p:clrMapOvr>
    <a:masterClrMapping/>
  </p:clrMapOvr>
  <p:transition spd="slow" advClick="0" advTm="3000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B7B3BB47-2C18-4E19-8074-F6EA424CF0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5E4659FA-CAD3-4E88-83D8-02CBE50780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2F6C6140-2E5B-409D-A3F6-1C0CEE23E8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59A3A-7D0B-4E86-A4B3-7B4B77E1885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82578"/>
      </p:ext>
    </p:extLst>
  </p:cSld>
  <p:clrMapOvr>
    <a:masterClrMapping/>
  </p:clrMapOvr>
  <p:transition spd="slow" advClick="0" advTm="3000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E4BA811D-AD4C-4B70-A0AA-28E6762BAB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513B0F49-B9BD-45BF-8329-D052C1ECA7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D5CD5756-B716-4030-AEA8-773F91C5B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B6468-A2B2-4C6A-B499-9C9FD93DB24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74745"/>
      </p:ext>
    </p:extLst>
  </p:cSld>
  <p:clrMapOvr>
    <a:masterClrMapping/>
  </p:clrMapOvr>
  <p:transition spd="slow" advClick="0" advTm="3000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AC7E3942-91EA-4D59-81E8-6A091A929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32542EB6-087C-4DA7-8FD6-1C0B0FC1DB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040139DD-5F90-4B31-8961-1D3C83B56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9BDC9-04A1-4069-8277-BBB60B05E64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907673"/>
      </p:ext>
    </p:extLst>
  </p:cSld>
  <p:clrMapOvr>
    <a:masterClrMapping/>
  </p:clrMapOvr>
  <p:transition spd="slow" advClick="0" advTm="3000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645A2-A2CB-423A-9FB1-5ECA52F49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E82D6-46D8-43B2-A1BA-E90E1C4E65B1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1085B-4C29-47EE-B708-14DB9BF7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42E919-147D-4B20-8DC4-0F4D6F3A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AA56B-56B2-48D8-9F7F-07C24CC977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7803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F33311-CAAF-4F24-9AD7-321556E7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67A2B-9D0C-44AA-8F46-541BE840041C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74D628-B384-4DAF-ABFB-D1285F17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9738A-459A-47EE-B629-FBAE2C0C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332F7-5670-4D76-8266-50A998DBD9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95217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BF308-FC15-45E7-AF13-7F69C20F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C0048-BF6D-4D87-9A12-68807469FAD3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193FEE-3D30-47D4-B5CF-12D77B3D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7A6B9-BFEE-4560-A91D-DBE93FD5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6F0C4B-5C39-4BB4-87C4-B11E0DC401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48924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2AF8AB8-6B03-4ECA-8380-D76987D6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986D2-81DE-48BE-B040-8268BBC9A532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84A5457-8879-4E78-8F9D-966AF8EF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E97E49-51CF-4F78-8A94-D0EA9996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DD0FD-BEE8-467E-9CDA-1948FE5343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6493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512F73A-F123-472B-A154-6843B5BF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7860C-00DD-4D18-A6FC-439F1B176D59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023A5A3-DD9F-40B8-BAD6-286BCEB4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05BB2CB1-627B-433B-90A9-E868D105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D46D0-0744-4C7B-824C-F959DA1DAC4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9520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B1D41DC-1ABC-41C6-8C15-24E86735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52885-554B-4F44-BDF5-58C4D64E1EE2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7AEE67D-BAEB-4A6B-9342-88B309EA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20F2465-510F-4169-A864-D214F455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8CEA8E-5104-4008-B521-8D1C96776D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46076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7F4C1A26-3432-4606-9C2B-372A7A9791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313" y="280988"/>
            <a:ext cx="14335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1">
            <a:extLst>
              <a:ext uri="{FF2B5EF4-FFF2-40B4-BE49-F238E27FC236}">
                <a16:creationId xmlns:a16="http://schemas.microsoft.com/office/drawing/2014/main" id="{8456A55E-79A2-465C-9C48-F878FAEA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BF6FF-3545-401D-95EC-8CD61B84A53E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4" name="页脚占位符 2">
            <a:extLst>
              <a:ext uri="{FF2B5EF4-FFF2-40B4-BE49-F238E27FC236}">
                <a16:creationId xmlns:a16="http://schemas.microsoft.com/office/drawing/2014/main" id="{D1D6F5A2-DAED-463D-8740-46660F4B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72592F1-3DA0-47C5-B81A-22AA041E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BCD73-0488-42FC-8EF0-5F8B9ED7D1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60412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31956CE-EA43-49CF-A517-2A435895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2A2BF-0980-417F-B337-7B37B945DE2B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DF61B34-BAD0-4856-BBFD-B1962099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9F8285B-627B-40C5-9CF4-E0039D80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16EC1-4858-4AF8-A6C4-9BA064116D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05647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1648A-DF14-4DC5-B106-5F483B3E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13791A-320A-41F8-A70F-CF3B8BC34201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505C7A8-7826-4AE9-AA63-887C7882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9A4818E-A987-42F1-98FA-26FF300F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CA057-87C9-41F0-A2A7-2D9C4A94A2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5313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CB70D3-6DEB-41D8-8257-B19934A6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A7FDA-FC49-47EB-8E03-6C49DB13AEA3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8BC120-35B7-4AE7-9FF2-98F26764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B5EA6-9604-494C-AEA7-05524044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1C9B2-CAB7-4213-A4B2-7C6176362E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40215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1662B-7E51-4BEF-9572-A65DE84E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EFDD5-AD54-48C3-8668-F663F222CDF7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3E5D8-F727-4D44-9949-1B0C482D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DDD35-7E83-4839-B146-3D668835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776D8-FD19-4D23-A000-0687ACFEC5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2257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4CA555-F250-4DA5-94C2-DAE84CCAC1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986" y="1"/>
            <a:ext cx="12191014" cy="6857999"/>
          </a:xfrm>
          <a:custGeom>
            <a:avLst/>
            <a:gdLst>
              <a:gd name="connsiteX0" fmla="*/ 12191014 w 12191014"/>
              <a:gd name="connsiteY0" fmla="*/ 4871443 h 6857999"/>
              <a:gd name="connsiteX1" fmla="*/ 12191014 w 12191014"/>
              <a:gd name="connsiteY1" fmla="*/ 6469136 h 6857999"/>
              <a:gd name="connsiteX2" fmla="*/ 11784036 w 12191014"/>
              <a:gd name="connsiteY2" fmla="*/ 6857999 h 6857999"/>
              <a:gd name="connsiteX3" fmla="*/ 10247115 w 12191014"/>
              <a:gd name="connsiteY3" fmla="*/ 6857999 h 6857999"/>
              <a:gd name="connsiteX4" fmla="*/ 10482157 w 12191014"/>
              <a:gd name="connsiteY4" fmla="*/ 6637560 h 6857999"/>
              <a:gd name="connsiteX5" fmla="*/ 11352795 w 12191014"/>
              <a:gd name="connsiteY5" fmla="*/ 5766820 h 6857999"/>
              <a:gd name="connsiteX6" fmla="*/ 12191014 w 12191014"/>
              <a:gd name="connsiteY6" fmla="*/ 1988977 h 6857999"/>
              <a:gd name="connsiteX7" fmla="*/ 12191014 w 12191014"/>
              <a:gd name="connsiteY7" fmla="*/ 3887001 h 6857999"/>
              <a:gd name="connsiteX8" fmla="*/ 11715972 w 12191014"/>
              <a:gd name="connsiteY8" fmla="*/ 4481796 h 6857999"/>
              <a:gd name="connsiteX9" fmla="*/ 9653744 w 12191014"/>
              <a:gd name="connsiteY9" fmla="*/ 6739743 h 6857999"/>
              <a:gd name="connsiteX10" fmla="*/ 9530715 w 12191014"/>
              <a:gd name="connsiteY10" fmla="*/ 6857999 h 6857999"/>
              <a:gd name="connsiteX11" fmla="*/ 8258556 w 12191014"/>
              <a:gd name="connsiteY11" fmla="*/ 6857999 h 6857999"/>
              <a:gd name="connsiteX12" fmla="*/ 8985890 w 12191014"/>
              <a:gd name="connsiteY12" fmla="*/ 6111332 h 6857999"/>
              <a:gd name="connsiteX13" fmla="*/ 11616162 w 12191014"/>
              <a:gd name="connsiteY13" fmla="*/ 2857638 h 6857999"/>
              <a:gd name="connsiteX14" fmla="*/ 11295888 w 12191014"/>
              <a:gd name="connsiteY14" fmla="*/ 0 h 6857999"/>
              <a:gd name="connsiteX15" fmla="*/ 12191014 w 12191014"/>
              <a:gd name="connsiteY15" fmla="*/ 0 h 6857999"/>
              <a:gd name="connsiteX16" fmla="*/ 12191014 w 12191014"/>
              <a:gd name="connsiteY16" fmla="*/ 613045 h 6857999"/>
              <a:gd name="connsiteX17" fmla="*/ 11914902 w 12191014"/>
              <a:gd name="connsiteY17" fmla="*/ 1165649 h 6857999"/>
              <a:gd name="connsiteX18" fmla="*/ 7873807 w 12191014"/>
              <a:gd name="connsiteY18" fmla="*/ 6628266 h 6857999"/>
              <a:gd name="connsiteX19" fmla="*/ 7635207 w 12191014"/>
              <a:gd name="connsiteY19" fmla="*/ 6857999 h 6857999"/>
              <a:gd name="connsiteX20" fmla="*/ 6587253 w 12191014"/>
              <a:gd name="connsiteY20" fmla="*/ 6857999 h 6857999"/>
              <a:gd name="connsiteX21" fmla="*/ 7031671 w 12191014"/>
              <a:gd name="connsiteY21" fmla="*/ 6411107 h 6857999"/>
              <a:gd name="connsiteX22" fmla="*/ 11246357 w 12191014"/>
              <a:gd name="connsiteY22" fmla="*/ 120097 h 6857999"/>
              <a:gd name="connsiteX23" fmla="*/ 9659038 w 12191014"/>
              <a:gd name="connsiteY23" fmla="*/ 0 h 6857999"/>
              <a:gd name="connsiteX24" fmla="*/ 10657415 w 12191014"/>
              <a:gd name="connsiteY24" fmla="*/ 0 h 6857999"/>
              <a:gd name="connsiteX25" fmla="*/ 10605227 w 12191014"/>
              <a:gd name="connsiteY25" fmla="*/ 147638 h 6857999"/>
              <a:gd name="connsiteX26" fmla="*/ 6296553 w 12191014"/>
              <a:gd name="connsiteY26" fmla="*/ 6513756 h 6857999"/>
              <a:gd name="connsiteX27" fmla="*/ 5910697 w 12191014"/>
              <a:gd name="connsiteY27" fmla="*/ 6857999 h 6857999"/>
              <a:gd name="connsiteX28" fmla="*/ 5060174 w 12191014"/>
              <a:gd name="connsiteY28" fmla="*/ 6857999 h 6857999"/>
              <a:gd name="connsiteX29" fmla="*/ 5425886 w 12191014"/>
              <a:gd name="connsiteY29" fmla="*/ 6526660 h 6857999"/>
              <a:gd name="connsiteX30" fmla="*/ 9608683 w 12191014"/>
              <a:gd name="connsiteY30" fmla="*/ 150663 h 6857999"/>
              <a:gd name="connsiteX31" fmla="*/ 8337921 w 12191014"/>
              <a:gd name="connsiteY31" fmla="*/ 0 h 6857999"/>
              <a:gd name="connsiteX32" fmla="*/ 9175239 w 12191014"/>
              <a:gd name="connsiteY32" fmla="*/ 0 h 6857999"/>
              <a:gd name="connsiteX33" fmla="*/ 9112784 w 12191014"/>
              <a:gd name="connsiteY33" fmla="*/ 208082 h 6857999"/>
              <a:gd name="connsiteX34" fmla="*/ 4226515 w 12191014"/>
              <a:gd name="connsiteY34" fmla="*/ 6744276 h 6857999"/>
              <a:gd name="connsiteX35" fmla="*/ 4061460 w 12191014"/>
              <a:gd name="connsiteY35" fmla="*/ 6857999 h 6857999"/>
              <a:gd name="connsiteX36" fmla="*/ 3375976 w 12191014"/>
              <a:gd name="connsiteY36" fmla="*/ 6857999 h 6857999"/>
              <a:gd name="connsiteX37" fmla="*/ 3496949 w 12191014"/>
              <a:gd name="connsiteY37" fmla="*/ 6774777 h 6857999"/>
              <a:gd name="connsiteX38" fmla="*/ 8274721 w 12191014"/>
              <a:gd name="connsiteY38" fmla="*/ 215597 h 6857999"/>
              <a:gd name="connsiteX39" fmla="*/ 7244507 w 12191014"/>
              <a:gd name="connsiteY39" fmla="*/ 0 h 6857999"/>
              <a:gd name="connsiteX40" fmla="*/ 7945530 w 12191014"/>
              <a:gd name="connsiteY40" fmla="*/ 0 h 6857999"/>
              <a:gd name="connsiteX41" fmla="*/ 7896196 w 12191014"/>
              <a:gd name="connsiteY41" fmla="*/ 171647 h 6857999"/>
              <a:gd name="connsiteX42" fmla="*/ 1564528 w 12191014"/>
              <a:gd name="connsiteY42" fmla="*/ 6743844 h 6857999"/>
              <a:gd name="connsiteX43" fmla="*/ 1264655 w 12191014"/>
              <a:gd name="connsiteY43" fmla="*/ 6857999 h 6857999"/>
              <a:gd name="connsiteX44" fmla="*/ 641011 w 12191014"/>
              <a:gd name="connsiteY44" fmla="*/ 6857999 h 6857999"/>
              <a:gd name="connsiteX45" fmla="*/ 738167 w 12191014"/>
              <a:gd name="connsiteY45" fmla="*/ 6824695 h 6857999"/>
              <a:gd name="connsiteX46" fmla="*/ 7206064 w 12191014"/>
              <a:gd name="connsiteY46" fmla="*/ 147998 h 6857999"/>
              <a:gd name="connsiteX47" fmla="*/ 6297829 w 12191014"/>
              <a:gd name="connsiteY47" fmla="*/ 0 h 6857999"/>
              <a:gd name="connsiteX48" fmla="*/ 6869613 w 12191014"/>
              <a:gd name="connsiteY48" fmla="*/ 0 h 6857999"/>
              <a:gd name="connsiteX49" fmla="*/ 6857952 w 12191014"/>
              <a:gd name="connsiteY49" fmla="*/ 43086 h 6857999"/>
              <a:gd name="connsiteX50" fmla="*/ 359283 w 12191014"/>
              <a:gd name="connsiteY50" fmla="*/ 5579483 h 6857999"/>
              <a:gd name="connsiteX51" fmla="*/ 0 w 12191014"/>
              <a:gd name="connsiteY51" fmla="*/ 5662791 h 6857999"/>
              <a:gd name="connsiteX52" fmla="*/ 0 w 12191014"/>
              <a:gd name="connsiteY52" fmla="*/ 5508471 h 6857999"/>
              <a:gd name="connsiteX53" fmla="*/ 333576 w 12191014"/>
              <a:gd name="connsiteY53" fmla="*/ 5424606 h 6857999"/>
              <a:gd name="connsiteX54" fmla="*/ 6291880 w 12191014"/>
              <a:gd name="connsiteY54" fmla="*/ 2476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2191014" h="6857999">
                <a:moveTo>
                  <a:pt x="12191014" y="4871443"/>
                </a:moveTo>
                <a:lnTo>
                  <a:pt x="12191014" y="6469136"/>
                </a:lnTo>
                <a:lnTo>
                  <a:pt x="11784036" y="6857999"/>
                </a:lnTo>
                <a:lnTo>
                  <a:pt x="10247115" y="6857999"/>
                </a:lnTo>
                <a:lnTo>
                  <a:pt x="10482157" y="6637560"/>
                </a:lnTo>
                <a:cubicBezTo>
                  <a:pt x="10777533" y="6351550"/>
                  <a:pt x="11067866" y="6061238"/>
                  <a:pt x="11352795" y="5766820"/>
                </a:cubicBezTo>
                <a:close/>
                <a:moveTo>
                  <a:pt x="12191014" y="1988977"/>
                </a:moveTo>
                <a:lnTo>
                  <a:pt x="12191014" y="3887001"/>
                </a:lnTo>
                <a:lnTo>
                  <a:pt x="11715972" y="4481796"/>
                </a:lnTo>
                <a:cubicBezTo>
                  <a:pt x="11071537" y="5266948"/>
                  <a:pt x="10383167" y="6020292"/>
                  <a:pt x="9653744" y="6739743"/>
                </a:cubicBezTo>
                <a:lnTo>
                  <a:pt x="9530715" y="6857999"/>
                </a:lnTo>
                <a:lnTo>
                  <a:pt x="8258556" y="6857999"/>
                </a:lnTo>
                <a:lnTo>
                  <a:pt x="8985890" y="6111332"/>
                </a:lnTo>
                <a:cubicBezTo>
                  <a:pt x="9946375" y="5088731"/>
                  <a:pt x="10826734" y="4001733"/>
                  <a:pt x="11616162" y="2857638"/>
                </a:cubicBezTo>
                <a:close/>
                <a:moveTo>
                  <a:pt x="11295888" y="0"/>
                </a:moveTo>
                <a:lnTo>
                  <a:pt x="12191014" y="0"/>
                </a:lnTo>
                <a:lnTo>
                  <a:pt x="12191014" y="613045"/>
                </a:lnTo>
                <a:lnTo>
                  <a:pt x="11914902" y="1165649"/>
                </a:lnTo>
                <a:cubicBezTo>
                  <a:pt x="10872842" y="3176197"/>
                  <a:pt x="9506458" y="5012883"/>
                  <a:pt x="7873807" y="6628266"/>
                </a:cubicBezTo>
                <a:lnTo>
                  <a:pt x="7635207" y="6857999"/>
                </a:lnTo>
                <a:lnTo>
                  <a:pt x="6587253" y="6857999"/>
                </a:lnTo>
                <a:lnTo>
                  <a:pt x="7031671" y="6411107"/>
                </a:lnTo>
                <a:cubicBezTo>
                  <a:pt x="8802998" y="4573481"/>
                  <a:pt x="10237232" y="2453436"/>
                  <a:pt x="11246357" y="120097"/>
                </a:cubicBezTo>
                <a:close/>
                <a:moveTo>
                  <a:pt x="9659038" y="0"/>
                </a:moveTo>
                <a:lnTo>
                  <a:pt x="10657415" y="0"/>
                </a:lnTo>
                <a:lnTo>
                  <a:pt x="10605227" y="147638"/>
                </a:lnTo>
                <a:cubicBezTo>
                  <a:pt x="9687063" y="2576740"/>
                  <a:pt x="8212764" y="4734020"/>
                  <a:pt x="6296553" y="6513756"/>
                </a:cubicBezTo>
                <a:lnTo>
                  <a:pt x="5910697" y="6857999"/>
                </a:lnTo>
                <a:lnTo>
                  <a:pt x="5060174" y="6857999"/>
                </a:lnTo>
                <a:lnTo>
                  <a:pt x="5425886" y="6526660"/>
                </a:lnTo>
                <a:cubicBezTo>
                  <a:pt x="7302975" y="4753735"/>
                  <a:pt x="8734067" y="2590451"/>
                  <a:pt x="9608683" y="150663"/>
                </a:cubicBezTo>
                <a:close/>
                <a:moveTo>
                  <a:pt x="8337921" y="0"/>
                </a:moveTo>
                <a:lnTo>
                  <a:pt x="9175239" y="0"/>
                </a:lnTo>
                <a:lnTo>
                  <a:pt x="9112784" y="208082"/>
                </a:lnTo>
                <a:cubicBezTo>
                  <a:pt x="8236217" y="2847900"/>
                  <a:pt x="6554414" y="5093047"/>
                  <a:pt x="4226515" y="6744276"/>
                </a:cubicBezTo>
                <a:lnTo>
                  <a:pt x="4061460" y="6857999"/>
                </a:lnTo>
                <a:lnTo>
                  <a:pt x="3375976" y="6857999"/>
                </a:lnTo>
                <a:lnTo>
                  <a:pt x="3496949" y="6774777"/>
                </a:lnTo>
                <a:cubicBezTo>
                  <a:pt x="5802071" y="5140037"/>
                  <a:pt x="7450205" y="2881807"/>
                  <a:pt x="8274721" y="215597"/>
                </a:cubicBezTo>
                <a:close/>
                <a:moveTo>
                  <a:pt x="7244507" y="0"/>
                </a:moveTo>
                <a:lnTo>
                  <a:pt x="7945530" y="0"/>
                </a:lnTo>
                <a:lnTo>
                  <a:pt x="7896196" y="171647"/>
                </a:lnTo>
                <a:cubicBezTo>
                  <a:pt x="6990073" y="3127901"/>
                  <a:pt x="4798139" y="5457349"/>
                  <a:pt x="1564528" y="6743844"/>
                </a:cubicBezTo>
                <a:lnTo>
                  <a:pt x="1264655" y="6857999"/>
                </a:lnTo>
                <a:lnTo>
                  <a:pt x="641011" y="6857999"/>
                </a:lnTo>
                <a:lnTo>
                  <a:pt x="738167" y="6824695"/>
                </a:lnTo>
                <a:cubicBezTo>
                  <a:pt x="4107562" y="5613632"/>
                  <a:pt x="6351014" y="3224128"/>
                  <a:pt x="7206064" y="147998"/>
                </a:cubicBezTo>
                <a:close/>
                <a:moveTo>
                  <a:pt x="6297829" y="0"/>
                </a:moveTo>
                <a:lnTo>
                  <a:pt x="6869613" y="0"/>
                </a:lnTo>
                <a:lnTo>
                  <a:pt x="6857952" y="43086"/>
                </a:lnTo>
                <a:cubicBezTo>
                  <a:pt x="6023351" y="2726001"/>
                  <a:pt x="3799952" y="4731834"/>
                  <a:pt x="359283" y="5579483"/>
                </a:cubicBezTo>
                <a:lnTo>
                  <a:pt x="0" y="5662791"/>
                </a:lnTo>
                <a:lnTo>
                  <a:pt x="0" y="5508471"/>
                </a:lnTo>
                <a:lnTo>
                  <a:pt x="333576" y="5424606"/>
                </a:lnTo>
                <a:cubicBezTo>
                  <a:pt x="3527877" y="4573386"/>
                  <a:pt x="5566867" y="2621348"/>
                  <a:pt x="6291880" y="24768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0A07CA-A36E-4081-8D74-EFE438FCE4C6}"/>
              </a:ext>
            </a:extLst>
          </p:cNvPr>
          <p:cNvSpPr txBox="1"/>
          <p:nvPr userDrawn="1"/>
        </p:nvSpPr>
        <p:spPr>
          <a:xfrm>
            <a:off x="131975" y="6586944"/>
            <a:ext cx="2969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版权所有</a:t>
            </a:r>
            <a:r>
              <a:rPr lang="en-US" altLang="zh-CN" sz="1000" b="1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@</a:t>
            </a:r>
            <a:r>
              <a:rPr lang="zh-CN" altLang="en-US" sz="1000" b="1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苏州汇川联合动力系统股份有限公司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C4677C1-1A45-4D50-9A0C-8AB3210687A6}"/>
              </a:ext>
            </a:extLst>
          </p:cNvPr>
          <p:cNvGrpSpPr/>
          <p:nvPr userDrawn="1"/>
        </p:nvGrpSpPr>
        <p:grpSpPr>
          <a:xfrm>
            <a:off x="2643626" y="6538603"/>
            <a:ext cx="3431357" cy="305405"/>
            <a:chOff x="2954486" y="6549236"/>
            <a:chExt cx="3431357" cy="30540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7669519-13FE-4C9C-A0D2-1B0D9DCA2984}"/>
                </a:ext>
              </a:extLst>
            </p:cNvPr>
            <p:cNvSpPr/>
            <p:nvPr userDrawn="1"/>
          </p:nvSpPr>
          <p:spPr>
            <a:xfrm>
              <a:off x="2954486" y="6549236"/>
              <a:ext cx="3431357" cy="3054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altLang="zh-CN" sz="1000" b="1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eAxle   </a:t>
              </a:r>
              <a:r>
                <a:rPr lang="zh-CN" altLang="en-US" sz="1000" b="1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 </a:t>
              </a:r>
              <a:r>
                <a:rPr lang="en-US" altLang="zh-CN" sz="1000" b="1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Inverter    e-Motor</a:t>
              </a:r>
              <a:r>
                <a:rPr lang="zh-CN" altLang="en-US" sz="1000" b="1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    </a:t>
              </a:r>
              <a:r>
                <a:rPr lang="en-US" altLang="zh-CN" sz="1000" b="1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Power Supply</a:t>
              </a:r>
              <a:endParaRPr lang="zh-CN" altLang="en-US" sz="1000" b="1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F2B7935-1B1D-4D67-BDDE-13F99B500A54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3810618" y="6629305"/>
              <a:ext cx="0" cy="14857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0EA2EA8-2FC0-43B5-85B5-07650361508A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5010011" y="6629305"/>
              <a:ext cx="0" cy="14857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8330DA4-1E23-4830-91E3-8D87E9EF7219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4402465" y="6629305"/>
              <a:ext cx="0" cy="14857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191541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22">
            <a:extLst>
              <a:ext uri="{FF2B5EF4-FFF2-40B4-BE49-F238E27FC236}">
                <a16:creationId xmlns:a16="http://schemas.microsoft.com/office/drawing/2014/main" id="{6071AA71-6C05-43DC-9B76-D2953406C69E}"/>
              </a:ext>
            </a:extLst>
          </p:cNvPr>
          <p:cNvSpPr/>
          <p:nvPr userDrawn="1"/>
        </p:nvSpPr>
        <p:spPr>
          <a:xfrm>
            <a:off x="-25400" y="0"/>
            <a:ext cx="4960938" cy="6872288"/>
          </a:xfrm>
          <a:custGeom>
            <a:avLst/>
            <a:gdLst>
              <a:gd name="connsiteX0" fmla="*/ 0 w 5473105"/>
              <a:gd name="connsiteY0" fmla="*/ 6877050 h 6877050"/>
              <a:gd name="connsiteX1" fmla="*/ 1368276 w 5473105"/>
              <a:gd name="connsiteY1" fmla="*/ 0 h 6877050"/>
              <a:gd name="connsiteX2" fmla="*/ 5473105 w 5473105"/>
              <a:gd name="connsiteY2" fmla="*/ 0 h 6877050"/>
              <a:gd name="connsiteX3" fmla="*/ 4104829 w 5473105"/>
              <a:gd name="connsiteY3" fmla="*/ 6877050 h 6877050"/>
              <a:gd name="connsiteX4" fmla="*/ 0 w 5473105"/>
              <a:gd name="connsiteY4" fmla="*/ 6877050 h 6877050"/>
              <a:gd name="connsiteX0-1" fmla="*/ 25096 w 5498201"/>
              <a:gd name="connsiteY0-2" fmla="*/ 6891564 h 6891564"/>
              <a:gd name="connsiteX1-3" fmla="*/ 0 w 5498201"/>
              <a:gd name="connsiteY1-4" fmla="*/ 0 h 6891564"/>
              <a:gd name="connsiteX2-5" fmla="*/ 5498201 w 5498201"/>
              <a:gd name="connsiteY2-6" fmla="*/ 14514 h 6891564"/>
              <a:gd name="connsiteX3-7" fmla="*/ 4129925 w 5498201"/>
              <a:gd name="connsiteY3-8" fmla="*/ 6891564 h 6891564"/>
              <a:gd name="connsiteX4-9" fmla="*/ 25096 w 5498201"/>
              <a:gd name="connsiteY4-10" fmla="*/ 6891564 h 6891564"/>
              <a:gd name="connsiteX0-11" fmla="*/ 25096 w 5744944"/>
              <a:gd name="connsiteY0-12" fmla="*/ 6891564 h 6891564"/>
              <a:gd name="connsiteX1-13" fmla="*/ 0 w 5744944"/>
              <a:gd name="connsiteY1-14" fmla="*/ 0 h 6891564"/>
              <a:gd name="connsiteX2-15" fmla="*/ 5744944 w 5744944"/>
              <a:gd name="connsiteY2-16" fmla="*/ 14514 h 6891564"/>
              <a:gd name="connsiteX3-17" fmla="*/ 4129925 w 5744944"/>
              <a:gd name="connsiteY3-18" fmla="*/ 6891564 h 6891564"/>
              <a:gd name="connsiteX4-19" fmla="*/ 25096 w 5744944"/>
              <a:gd name="connsiteY4-20" fmla="*/ 6891564 h 6891564"/>
              <a:gd name="connsiteX0-21" fmla="*/ 25096 w 5744944"/>
              <a:gd name="connsiteY0-22" fmla="*/ 6891564 h 6906078"/>
              <a:gd name="connsiteX1-23" fmla="*/ 0 w 5744944"/>
              <a:gd name="connsiteY1-24" fmla="*/ 0 h 6906078"/>
              <a:gd name="connsiteX2-25" fmla="*/ 5744944 w 5744944"/>
              <a:gd name="connsiteY2-26" fmla="*/ 14514 h 6906078"/>
              <a:gd name="connsiteX3-27" fmla="*/ 2852668 w 5744944"/>
              <a:gd name="connsiteY3-28" fmla="*/ 6906078 h 6906078"/>
              <a:gd name="connsiteX4-29" fmla="*/ 25096 w 5744944"/>
              <a:gd name="connsiteY4-30" fmla="*/ 6891564 h 6906078"/>
              <a:gd name="connsiteX0-31" fmla="*/ 25096 w 4932144"/>
              <a:gd name="connsiteY0-32" fmla="*/ 6891564 h 6906078"/>
              <a:gd name="connsiteX1-33" fmla="*/ 0 w 4932144"/>
              <a:gd name="connsiteY1-34" fmla="*/ 0 h 6906078"/>
              <a:gd name="connsiteX2-35" fmla="*/ 4932144 w 4932144"/>
              <a:gd name="connsiteY2-36" fmla="*/ 43542 h 6906078"/>
              <a:gd name="connsiteX3-37" fmla="*/ 2852668 w 4932144"/>
              <a:gd name="connsiteY3-38" fmla="*/ 6906078 h 6906078"/>
              <a:gd name="connsiteX4-39" fmla="*/ 25096 w 4932144"/>
              <a:gd name="connsiteY4-40" fmla="*/ 6891564 h 6906078"/>
              <a:gd name="connsiteX0-41" fmla="*/ 25096 w 4932144"/>
              <a:gd name="connsiteY0-42" fmla="*/ 6891564 h 6906078"/>
              <a:gd name="connsiteX1-43" fmla="*/ 0 w 4932144"/>
              <a:gd name="connsiteY1-44" fmla="*/ 0 h 6906078"/>
              <a:gd name="connsiteX2-45" fmla="*/ 4932144 w 4932144"/>
              <a:gd name="connsiteY2-46" fmla="*/ 0 h 6906078"/>
              <a:gd name="connsiteX3-47" fmla="*/ 2852668 w 4932144"/>
              <a:gd name="connsiteY3-48" fmla="*/ 6906078 h 6906078"/>
              <a:gd name="connsiteX4-49" fmla="*/ 25096 w 4932144"/>
              <a:gd name="connsiteY4-50" fmla="*/ 6891564 h 69060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932144" h="6906078">
                <a:moveTo>
                  <a:pt x="25096" y="6891564"/>
                </a:moveTo>
                <a:cubicBezTo>
                  <a:pt x="16731" y="4594376"/>
                  <a:pt x="8365" y="2297188"/>
                  <a:pt x="0" y="0"/>
                </a:cubicBezTo>
                <a:lnTo>
                  <a:pt x="4932144" y="0"/>
                </a:lnTo>
                <a:lnTo>
                  <a:pt x="2852668" y="6906078"/>
                </a:lnTo>
                <a:lnTo>
                  <a:pt x="25096" y="689156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095"/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3B5ADA29-F99C-4BD9-ACE9-E9AF7ACB2087}"/>
              </a:ext>
            </a:extLst>
          </p:cNvPr>
          <p:cNvSpPr txBox="1"/>
          <p:nvPr userDrawn="1"/>
        </p:nvSpPr>
        <p:spPr>
          <a:xfrm>
            <a:off x="63500" y="1422400"/>
            <a:ext cx="3087688" cy="427038"/>
          </a:xfrm>
          <a:prstGeom prst="rect">
            <a:avLst/>
          </a:prstGeom>
        </p:spPr>
        <p:txBody>
          <a:bodyPr lIns="108130" tIns="54065" rIns="108130" bIns="54065" anchor="ctr"/>
          <a:lstStyle>
            <a:lvl1pPr marL="406400" indent="-40640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0745" indent="-33909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509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9738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67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8196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2425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6590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19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zh-CN" altLang="en-US" sz="3790" b="1" spc="299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目录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C218E2-5754-400B-83BE-37ECC45ACC45}"/>
              </a:ext>
            </a:extLst>
          </p:cNvPr>
          <p:cNvSpPr/>
          <p:nvPr userDrawn="1"/>
        </p:nvSpPr>
        <p:spPr>
          <a:xfrm>
            <a:off x="63500" y="366713"/>
            <a:ext cx="3232150" cy="9207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Font typeface="Arial" panose="020B0604020202090204" pitchFamily="34" charset="0"/>
              <a:buNone/>
              <a:defRPr/>
            </a:pPr>
            <a:r>
              <a:rPr lang="en-US" altLang="zh-CN" sz="5385" b="1" spc="299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en-US" altLang="zh-CN" sz="3990" b="1" spc="299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ontent</a:t>
            </a:r>
            <a:endParaRPr lang="zh-CN" altLang="en-US" sz="3990" b="1" spc="299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9">
            <a:extLst>
              <a:ext uri="{FF2B5EF4-FFF2-40B4-BE49-F238E27FC236}">
                <a16:creationId xmlns:a16="http://schemas.microsoft.com/office/drawing/2014/main" id="{7EAF29A1-53CA-47F6-AF5B-BFB8522408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313" y="280988"/>
            <a:ext cx="14335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676596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DF9FC8-1680-468B-8088-727DEF8D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1F93C-325A-4BD6-A4CC-365C62E97015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65F34-9C31-4A73-9B85-28E921AD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4DE589-BE9C-472B-A5C9-7F99B0A4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999B6-09AD-47FC-AE4F-DDCAC5546A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2313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CD7D2-B91C-45B8-8125-2FF80DB5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34E1B-6C2E-458A-B8A9-E562848F00FF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B03C04-5142-44CF-A2B8-4A7B8191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1A43BF-4703-476F-AD2D-24D11DCA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A11C5-032D-4D6B-9B92-5FCFFE485E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25921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BBF280-6E62-4000-84B6-D1664C73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96508-AFD2-461B-A6E8-E9F8882262DA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C06016-298E-4A3E-8A8E-8B33A246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668EFA-B5BC-46F1-A70D-B48E2118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04AE0-C908-4D04-8A46-695993F2EB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10695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03E5DE9-BDD6-42FD-95F8-D536F246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3864F-7D5A-48D5-972D-3E48826B2B0F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B3360F8-216E-4A2E-A4A9-F8E4FF97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9E0AAE1-8027-4988-B57B-8F331BBC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59D4E-9DAE-484F-9462-0B083BF918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80710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C9942B9-B5D2-4C6C-A2E3-B062F863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7BBD4-E7C4-4B46-B685-4D9198A8A70F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0E644A9C-E616-4730-BF7C-97A4FC35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D9118D8-8C28-486A-BADC-E8C866E4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8EDB0-41A9-473D-A705-BD5E296DCB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88399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8832B45-AEAF-44ED-8D29-3A32C7E7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A77DC-A2EF-46F5-86B5-53F6D81306F4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F2DE12CF-83BA-4693-8DCF-6FB9589E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CCA63EC-B426-46A7-A15B-B4BC3C25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98171-9A8B-4252-BFDD-1FE31AE83AA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25233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357160D-1CBB-45DB-B21F-C9C0E1FFB1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1" r="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8">
            <a:extLst>
              <a:ext uri="{FF2B5EF4-FFF2-40B4-BE49-F238E27FC236}">
                <a16:creationId xmlns:a16="http://schemas.microsoft.com/office/drawing/2014/main" id="{6661E534-C141-4625-9756-E2E81327DD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612" y="275128"/>
            <a:ext cx="14160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F00E86D-0965-4EF3-A0CA-151C4F267949}"/>
              </a:ext>
            </a:extLst>
          </p:cNvPr>
          <p:cNvCxnSpPr>
            <a:cxnSpLocks/>
          </p:cNvCxnSpPr>
          <p:nvPr userDrawn="1"/>
        </p:nvCxnSpPr>
        <p:spPr>
          <a:xfrm>
            <a:off x="3338513" y="3794125"/>
            <a:ext cx="25241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1BB707E-A07A-42D3-ADFC-F27DC310805A}"/>
              </a:ext>
            </a:extLst>
          </p:cNvPr>
          <p:cNvSpPr txBox="1"/>
          <p:nvPr userDrawn="1"/>
        </p:nvSpPr>
        <p:spPr>
          <a:xfrm>
            <a:off x="131975" y="6586944"/>
            <a:ext cx="2969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版权所有</a:t>
            </a:r>
            <a:r>
              <a:rPr lang="en-US" altLang="zh-CN" sz="1000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@</a:t>
            </a:r>
            <a:r>
              <a:rPr lang="zh-CN" altLang="en-US" sz="1000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苏州汇川联合动力系统股份有限公司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26CAFC-F872-437C-9C34-31D844F9F444}"/>
              </a:ext>
            </a:extLst>
          </p:cNvPr>
          <p:cNvGrpSpPr/>
          <p:nvPr userDrawn="1"/>
        </p:nvGrpSpPr>
        <p:grpSpPr>
          <a:xfrm>
            <a:off x="2601390" y="6523836"/>
            <a:ext cx="3431357" cy="305405"/>
            <a:chOff x="3060814" y="6549236"/>
            <a:chExt cx="3431357" cy="30540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4C91D42-975A-40DF-ADCE-284B9A67DE0B}"/>
                </a:ext>
              </a:extLst>
            </p:cNvPr>
            <p:cNvSpPr/>
            <p:nvPr userDrawn="1"/>
          </p:nvSpPr>
          <p:spPr>
            <a:xfrm>
              <a:off x="3060814" y="6549236"/>
              <a:ext cx="3431357" cy="3054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altLang="zh-CN" sz="1000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eAxle   </a:t>
              </a:r>
              <a:r>
                <a:rPr lang="zh-CN" altLang="en-US" sz="1000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 </a:t>
              </a:r>
              <a:r>
                <a:rPr lang="en-US" altLang="zh-CN" sz="1000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Inverter    e-Motor</a:t>
              </a:r>
              <a:r>
                <a:rPr lang="zh-CN" altLang="en-US" sz="1000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    </a:t>
              </a:r>
              <a:r>
                <a:rPr lang="en-US" altLang="zh-CN" sz="1000" kern="12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Power Supply</a:t>
              </a:r>
              <a:endParaRPr lang="zh-CN" altLang="en-US" sz="1000" kern="12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521336E-354B-4FC9-B9A9-512F47DF1A88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3963316" y="6629305"/>
              <a:ext cx="0" cy="14857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2840C55-270D-493F-AFA9-3D0A25E88DD6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5099507" y="6629305"/>
              <a:ext cx="0" cy="14857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E2091FD-CC84-4F8B-B9D9-95BD0B896790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4523562" y="6629305"/>
              <a:ext cx="0" cy="14857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789372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DFD72D6-4126-47D8-9BB2-34EBAC55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C4ACF-0174-4F00-9BBF-E918E8793B8D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615ADA2-0294-45FA-B4BA-9D2B5D3C9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5B7443D-EF7F-4C96-B40C-BDBB7CC9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A0C86-000F-486C-883F-FC2A559FBB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2854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57BD30A-03BC-4D69-87CB-EA86E16B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72BFB-F6B0-46C6-AF54-899FC0974CAF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433304B-D61D-4DD7-91DB-0A6F167F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F2D2279-3F7E-4845-BD93-8A802CA5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2CDE5-2647-4A7E-BABB-04A05C7280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0441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51F7F-6F01-4146-A16A-DAA44B21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13423-09EF-4094-AE75-2CF31085AA50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C9CBD1-8230-4E92-949D-54A38BB9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D71AC4-BF30-43C6-9E1D-137BB887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82740-EEFA-41EA-B7BF-B3EB88F1BC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0795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F91AE-71AB-440F-A8F1-CDE1AA55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4117A-777D-4F80-91A6-9E8BF83CB7F1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4F5FF-B695-4238-B524-49B4B597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719C1B-3A41-4C0F-A4B9-56C159C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34F00-F162-4EEB-9544-A52F4FD579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84654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B430B4-2BF6-4FCF-B222-DDFB2F83F4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986" y="1"/>
            <a:ext cx="12191014" cy="6857999"/>
          </a:xfrm>
          <a:custGeom>
            <a:avLst/>
            <a:gdLst>
              <a:gd name="connsiteX0" fmla="*/ 12191014 w 12191014"/>
              <a:gd name="connsiteY0" fmla="*/ 4871443 h 6857999"/>
              <a:gd name="connsiteX1" fmla="*/ 12191014 w 12191014"/>
              <a:gd name="connsiteY1" fmla="*/ 6469136 h 6857999"/>
              <a:gd name="connsiteX2" fmla="*/ 11784036 w 12191014"/>
              <a:gd name="connsiteY2" fmla="*/ 6857999 h 6857999"/>
              <a:gd name="connsiteX3" fmla="*/ 10247115 w 12191014"/>
              <a:gd name="connsiteY3" fmla="*/ 6857999 h 6857999"/>
              <a:gd name="connsiteX4" fmla="*/ 10482157 w 12191014"/>
              <a:gd name="connsiteY4" fmla="*/ 6637560 h 6857999"/>
              <a:gd name="connsiteX5" fmla="*/ 11352795 w 12191014"/>
              <a:gd name="connsiteY5" fmla="*/ 5766820 h 6857999"/>
              <a:gd name="connsiteX6" fmla="*/ 12191014 w 12191014"/>
              <a:gd name="connsiteY6" fmla="*/ 1988977 h 6857999"/>
              <a:gd name="connsiteX7" fmla="*/ 12191014 w 12191014"/>
              <a:gd name="connsiteY7" fmla="*/ 3887001 h 6857999"/>
              <a:gd name="connsiteX8" fmla="*/ 11715972 w 12191014"/>
              <a:gd name="connsiteY8" fmla="*/ 4481796 h 6857999"/>
              <a:gd name="connsiteX9" fmla="*/ 9653744 w 12191014"/>
              <a:gd name="connsiteY9" fmla="*/ 6739743 h 6857999"/>
              <a:gd name="connsiteX10" fmla="*/ 9530715 w 12191014"/>
              <a:gd name="connsiteY10" fmla="*/ 6857999 h 6857999"/>
              <a:gd name="connsiteX11" fmla="*/ 8258556 w 12191014"/>
              <a:gd name="connsiteY11" fmla="*/ 6857999 h 6857999"/>
              <a:gd name="connsiteX12" fmla="*/ 8985890 w 12191014"/>
              <a:gd name="connsiteY12" fmla="*/ 6111332 h 6857999"/>
              <a:gd name="connsiteX13" fmla="*/ 11616162 w 12191014"/>
              <a:gd name="connsiteY13" fmla="*/ 2857638 h 6857999"/>
              <a:gd name="connsiteX14" fmla="*/ 11295888 w 12191014"/>
              <a:gd name="connsiteY14" fmla="*/ 0 h 6857999"/>
              <a:gd name="connsiteX15" fmla="*/ 12191014 w 12191014"/>
              <a:gd name="connsiteY15" fmla="*/ 0 h 6857999"/>
              <a:gd name="connsiteX16" fmla="*/ 12191014 w 12191014"/>
              <a:gd name="connsiteY16" fmla="*/ 613045 h 6857999"/>
              <a:gd name="connsiteX17" fmla="*/ 11914902 w 12191014"/>
              <a:gd name="connsiteY17" fmla="*/ 1165649 h 6857999"/>
              <a:gd name="connsiteX18" fmla="*/ 7873807 w 12191014"/>
              <a:gd name="connsiteY18" fmla="*/ 6628266 h 6857999"/>
              <a:gd name="connsiteX19" fmla="*/ 7635207 w 12191014"/>
              <a:gd name="connsiteY19" fmla="*/ 6857999 h 6857999"/>
              <a:gd name="connsiteX20" fmla="*/ 6587253 w 12191014"/>
              <a:gd name="connsiteY20" fmla="*/ 6857999 h 6857999"/>
              <a:gd name="connsiteX21" fmla="*/ 7031671 w 12191014"/>
              <a:gd name="connsiteY21" fmla="*/ 6411107 h 6857999"/>
              <a:gd name="connsiteX22" fmla="*/ 11246357 w 12191014"/>
              <a:gd name="connsiteY22" fmla="*/ 120097 h 6857999"/>
              <a:gd name="connsiteX23" fmla="*/ 9659038 w 12191014"/>
              <a:gd name="connsiteY23" fmla="*/ 0 h 6857999"/>
              <a:gd name="connsiteX24" fmla="*/ 10657415 w 12191014"/>
              <a:gd name="connsiteY24" fmla="*/ 0 h 6857999"/>
              <a:gd name="connsiteX25" fmla="*/ 10605227 w 12191014"/>
              <a:gd name="connsiteY25" fmla="*/ 147638 h 6857999"/>
              <a:gd name="connsiteX26" fmla="*/ 6296553 w 12191014"/>
              <a:gd name="connsiteY26" fmla="*/ 6513756 h 6857999"/>
              <a:gd name="connsiteX27" fmla="*/ 5910697 w 12191014"/>
              <a:gd name="connsiteY27" fmla="*/ 6857999 h 6857999"/>
              <a:gd name="connsiteX28" fmla="*/ 5060174 w 12191014"/>
              <a:gd name="connsiteY28" fmla="*/ 6857999 h 6857999"/>
              <a:gd name="connsiteX29" fmla="*/ 5425886 w 12191014"/>
              <a:gd name="connsiteY29" fmla="*/ 6526660 h 6857999"/>
              <a:gd name="connsiteX30" fmla="*/ 9608683 w 12191014"/>
              <a:gd name="connsiteY30" fmla="*/ 150663 h 6857999"/>
              <a:gd name="connsiteX31" fmla="*/ 8337921 w 12191014"/>
              <a:gd name="connsiteY31" fmla="*/ 0 h 6857999"/>
              <a:gd name="connsiteX32" fmla="*/ 9175239 w 12191014"/>
              <a:gd name="connsiteY32" fmla="*/ 0 h 6857999"/>
              <a:gd name="connsiteX33" fmla="*/ 9112784 w 12191014"/>
              <a:gd name="connsiteY33" fmla="*/ 208082 h 6857999"/>
              <a:gd name="connsiteX34" fmla="*/ 4226515 w 12191014"/>
              <a:gd name="connsiteY34" fmla="*/ 6744276 h 6857999"/>
              <a:gd name="connsiteX35" fmla="*/ 4061460 w 12191014"/>
              <a:gd name="connsiteY35" fmla="*/ 6857999 h 6857999"/>
              <a:gd name="connsiteX36" fmla="*/ 3375976 w 12191014"/>
              <a:gd name="connsiteY36" fmla="*/ 6857999 h 6857999"/>
              <a:gd name="connsiteX37" fmla="*/ 3496949 w 12191014"/>
              <a:gd name="connsiteY37" fmla="*/ 6774777 h 6857999"/>
              <a:gd name="connsiteX38" fmla="*/ 8274721 w 12191014"/>
              <a:gd name="connsiteY38" fmla="*/ 215597 h 6857999"/>
              <a:gd name="connsiteX39" fmla="*/ 7244507 w 12191014"/>
              <a:gd name="connsiteY39" fmla="*/ 0 h 6857999"/>
              <a:gd name="connsiteX40" fmla="*/ 7945530 w 12191014"/>
              <a:gd name="connsiteY40" fmla="*/ 0 h 6857999"/>
              <a:gd name="connsiteX41" fmla="*/ 7896196 w 12191014"/>
              <a:gd name="connsiteY41" fmla="*/ 171647 h 6857999"/>
              <a:gd name="connsiteX42" fmla="*/ 1564528 w 12191014"/>
              <a:gd name="connsiteY42" fmla="*/ 6743844 h 6857999"/>
              <a:gd name="connsiteX43" fmla="*/ 1264655 w 12191014"/>
              <a:gd name="connsiteY43" fmla="*/ 6857999 h 6857999"/>
              <a:gd name="connsiteX44" fmla="*/ 641011 w 12191014"/>
              <a:gd name="connsiteY44" fmla="*/ 6857999 h 6857999"/>
              <a:gd name="connsiteX45" fmla="*/ 738167 w 12191014"/>
              <a:gd name="connsiteY45" fmla="*/ 6824695 h 6857999"/>
              <a:gd name="connsiteX46" fmla="*/ 7206064 w 12191014"/>
              <a:gd name="connsiteY46" fmla="*/ 147998 h 6857999"/>
              <a:gd name="connsiteX47" fmla="*/ 6297829 w 12191014"/>
              <a:gd name="connsiteY47" fmla="*/ 0 h 6857999"/>
              <a:gd name="connsiteX48" fmla="*/ 6869613 w 12191014"/>
              <a:gd name="connsiteY48" fmla="*/ 0 h 6857999"/>
              <a:gd name="connsiteX49" fmla="*/ 6857952 w 12191014"/>
              <a:gd name="connsiteY49" fmla="*/ 43086 h 6857999"/>
              <a:gd name="connsiteX50" fmla="*/ 359283 w 12191014"/>
              <a:gd name="connsiteY50" fmla="*/ 5579483 h 6857999"/>
              <a:gd name="connsiteX51" fmla="*/ 0 w 12191014"/>
              <a:gd name="connsiteY51" fmla="*/ 5662791 h 6857999"/>
              <a:gd name="connsiteX52" fmla="*/ 0 w 12191014"/>
              <a:gd name="connsiteY52" fmla="*/ 5508471 h 6857999"/>
              <a:gd name="connsiteX53" fmla="*/ 333576 w 12191014"/>
              <a:gd name="connsiteY53" fmla="*/ 5424606 h 6857999"/>
              <a:gd name="connsiteX54" fmla="*/ 6291880 w 12191014"/>
              <a:gd name="connsiteY54" fmla="*/ 2476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2191014" h="6857999">
                <a:moveTo>
                  <a:pt x="12191014" y="4871443"/>
                </a:moveTo>
                <a:lnTo>
                  <a:pt x="12191014" y="6469136"/>
                </a:lnTo>
                <a:lnTo>
                  <a:pt x="11784036" y="6857999"/>
                </a:lnTo>
                <a:lnTo>
                  <a:pt x="10247115" y="6857999"/>
                </a:lnTo>
                <a:lnTo>
                  <a:pt x="10482157" y="6637560"/>
                </a:lnTo>
                <a:cubicBezTo>
                  <a:pt x="10777533" y="6351550"/>
                  <a:pt x="11067866" y="6061238"/>
                  <a:pt x="11352795" y="5766820"/>
                </a:cubicBezTo>
                <a:close/>
                <a:moveTo>
                  <a:pt x="12191014" y="1988977"/>
                </a:moveTo>
                <a:lnTo>
                  <a:pt x="12191014" y="3887001"/>
                </a:lnTo>
                <a:lnTo>
                  <a:pt x="11715972" y="4481796"/>
                </a:lnTo>
                <a:cubicBezTo>
                  <a:pt x="11071537" y="5266948"/>
                  <a:pt x="10383167" y="6020292"/>
                  <a:pt x="9653744" y="6739743"/>
                </a:cubicBezTo>
                <a:lnTo>
                  <a:pt x="9530715" y="6857999"/>
                </a:lnTo>
                <a:lnTo>
                  <a:pt x="8258556" y="6857999"/>
                </a:lnTo>
                <a:lnTo>
                  <a:pt x="8985890" y="6111332"/>
                </a:lnTo>
                <a:cubicBezTo>
                  <a:pt x="9946375" y="5088731"/>
                  <a:pt x="10826734" y="4001733"/>
                  <a:pt x="11616162" y="2857638"/>
                </a:cubicBezTo>
                <a:close/>
                <a:moveTo>
                  <a:pt x="11295888" y="0"/>
                </a:moveTo>
                <a:lnTo>
                  <a:pt x="12191014" y="0"/>
                </a:lnTo>
                <a:lnTo>
                  <a:pt x="12191014" y="613045"/>
                </a:lnTo>
                <a:lnTo>
                  <a:pt x="11914902" y="1165649"/>
                </a:lnTo>
                <a:cubicBezTo>
                  <a:pt x="10872842" y="3176197"/>
                  <a:pt x="9506458" y="5012883"/>
                  <a:pt x="7873807" y="6628266"/>
                </a:cubicBezTo>
                <a:lnTo>
                  <a:pt x="7635207" y="6857999"/>
                </a:lnTo>
                <a:lnTo>
                  <a:pt x="6587253" y="6857999"/>
                </a:lnTo>
                <a:lnTo>
                  <a:pt x="7031671" y="6411107"/>
                </a:lnTo>
                <a:cubicBezTo>
                  <a:pt x="8802998" y="4573481"/>
                  <a:pt x="10237232" y="2453436"/>
                  <a:pt x="11246357" y="120097"/>
                </a:cubicBezTo>
                <a:close/>
                <a:moveTo>
                  <a:pt x="9659038" y="0"/>
                </a:moveTo>
                <a:lnTo>
                  <a:pt x="10657415" y="0"/>
                </a:lnTo>
                <a:lnTo>
                  <a:pt x="10605227" y="147638"/>
                </a:lnTo>
                <a:cubicBezTo>
                  <a:pt x="9687063" y="2576740"/>
                  <a:pt x="8212764" y="4734020"/>
                  <a:pt x="6296553" y="6513756"/>
                </a:cubicBezTo>
                <a:lnTo>
                  <a:pt x="5910697" y="6857999"/>
                </a:lnTo>
                <a:lnTo>
                  <a:pt x="5060174" y="6857999"/>
                </a:lnTo>
                <a:lnTo>
                  <a:pt x="5425886" y="6526660"/>
                </a:lnTo>
                <a:cubicBezTo>
                  <a:pt x="7302975" y="4753735"/>
                  <a:pt x="8734067" y="2590451"/>
                  <a:pt x="9608683" y="150663"/>
                </a:cubicBezTo>
                <a:close/>
                <a:moveTo>
                  <a:pt x="8337921" y="0"/>
                </a:moveTo>
                <a:lnTo>
                  <a:pt x="9175239" y="0"/>
                </a:lnTo>
                <a:lnTo>
                  <a:pt x="9112784" y="208082"/>
                </a:lnTo>
                <a:cubicBezTo>
                  <a:pt x="8236217" y="2847900"/>
                  <a:pt x="6554414" y="5093047"/>
                  <a:pt x="4226515" y="6744276"/>
                </a:cubicBezTo>
                <a:lnTo>
                  <a:pt x="4061460" y="6857999"/>
                </a:lnTo>
                <a:lnTo>
                  <a:pt x="3375976" y="6857999"/>
                </a:lnTo>
                <a:lnTo>
                  <a:pt x="3496949" y="6774777"/>
                </a:lnTo>
                <a:cubicBezTo>
                  <a:pt x="5802071" y="5140037"/>
                  <a:pt x="7450205" y="2881807"/>
                  <a:pt x="8274721" y="215597"/>
                </a:cubicBezTo>
                <a:close/>
                <a:moveTo>
                  <a:pt x="7244507" y="0"/>
                </a:moveTo>
                <a:lnTo>
                  <a:pt x="7945530" y="0"/>
                </a:lnTo>
                <a:lnTo>
                  <a:pt x="7896196" y="171647"/>
                </a:lnTo>
                <a:cubicBezTo>
                  <a:pt x="6990073" y="3127901"/>
                  <a:pt x="4798139" y="5457349"/>
                  <a:pt x="1564528" y="6743844"/>
                </a:cubicBezTo>
                <a:lnTo>
                  <a:pt x="1264655" y="6857999"/>
                </a:lnTo>
                <a:lnTo>
                  <a:pt x="641011" y="6857999"/>
                </a:lnTo>
                <a:lnTo>
                  <a:pt x="738167" y="6824695"/>
                </a:lnTo>
                <a:cubicBezTo>
                  <a:pt x="4107562" y="5613632"/>
                  <a:pt x="6351014" y="3224128"/>
                  <a:pt x="7206064" y="147998"/>
                </a:cubicBezTo>
                <a:close/>
                <a:moveTo>
                  <a:pt x="6297829" y="0"/>
                </a:moveTo>
                <a:lnTo>
                  <a:pt x="6869613" y="0"/>
                </a:lnTo>
                <a:lnTo>
                  <a:pt x="6857952" y="43086"/>
                </a:lnTo>
                <a:cubicBezTo>
                  <a:pt x="6023351" y="2726001"/>
                  <a:pt x="3799952" y="4731834"/>
                  <a:pt x="359283" y="5579483"/>
                </a:cubicBezTo>
                <a:lnTo>
                  <a:pt x="0" y="5662791"/>
                </a:lnTo>
                <a:lnTo>
                  <a:pt x="0" y="5508471"/>
                </a:lnTo>
                <a:lnTo>
                  <a:pt x="333576" y="5424606"/>
                </a:lnTo>
                <a:cubicBezTo>
                  <a:pt x="3527877" y="4573386"/>
                  <a:pt x="5566867" y="2621348"/>
                  <a:pt x="6291880" y="24768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3829733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22">
            <a:extLst>
              <a:ext uri="{FF2B5EF4-FFF2-40B4-BE49-F238E27FC236}">
                <a16:creationId xmlns:a16="http://schemas.microsoft.com/office/drawing/2014/main" id="{BEED6032-157A-4C32-8435-B056DB6CC4F3}"/>
              </a:ext>
            </a:extLst>
          </p:cNvPr>
          <p:cNvSpPr/>
          <p:nvPr userDrawn="1"/>
        </p:nvSpPr>
        <p:spPr>
          <a:xfrm>
            <a:off x="-25400" y="0"/>
            <a:ext cx="4960938" cy="6872288"/>
          </a:xfrm>
          <a:custGeom>
            <a:avLst/>
            <a:gdLst>
              <a:gd name="connsiteX0" fmla="*/ 0 w 5473105"/>
              <a:gd name="connsiteY0" fmla="*/ 6877050 h 6877050"/>
              <a:gd name="connsiteX1" fmla="*/ 1368276 w 5473105"/>
              <a:gd name="connsiteY1" fmla="*/ 0 h 6877050"/>
              <a:gd name="connsiteX2" fmla="*/ 5473105 w 5473105"/>
              <a:gd name="connsiteY2" fmla="*/ 0 h 6877050"/>
              <a:gd name="connsiteX3" fmla="*/ 4104829 w 5473105"/>
              <a:gd name="connsiteY3" fmla="*/ 6877050 h 6877050"/>
              <a:gd name="connsiteX4" fmla="*/ 0 w 5473105"/>
              <a:gd name="connsiteY4" fmla="*/ 6877050 h 6877050"/>
              <a:gd name="connsiteX0-1" fmla="*/ 25096 w 5498201"/>
              <a:gd name="connsiteY0-2" fmla="*/ 6891564 h 6891564"/>
              <a:gd name="connsiteX1-3" fmla="*/ 0 w 5498201"/>
              <a:gd name="connsiteY1-4" fmla="*/ 0 h 6891564"/>
              <a:gd name="connsiteX2-5" fmla="*/ 5498201 w 5498201"/>
              <a:gd name="connsiteY2-6" fmla="*/ 14514 h 6891564"/>
              <a:gd name="connsiteX3-7" fmla="*/ 4129925 w 5498201"/>
              <a:gd name="connsiteY3-8" fmla="*/ 6891564 h 6891564"/>
              <a:gd name="connsiteX4-9" fmla="*/ 25096 w 5498201"/>
              <a:gd name="connsiteY4-10" fmla="*/ 6891564 h 6891564"/>
              <a:gd name="connsiteX0-11" fmla="*/ 25096 w 5744944"/>
              <a:gd name="connsiteY0-12" fmla="*/ 6891564 h 6891564"/>
              <a:gd name="connsiteX1-13" fmla="*/ 0 w 5744944"/>
              <a:gd name="connsiteY1-14" fmla="*/ 0 h 6891564"/>
              <a:gd name="connsiteX2-15" fmla="*/ 5744944 w 5744944"/>
              <a:gd name="connsiteY2-16" fmla="*/ 14514 h 6891564"/>
              <a:gd name="connsiteX3-17" fmla="*/ 4129925 w 5744944"/>
              <a:gd name="connsiteY3-18" fmla="*/ 6891564 h 6891564"/>
              <a:gd name="connsiteX4-19" fmla="*/ 25096 w 5744944"/>
              <a:gd name="connsiteY4-20" fmla="*/ 6891564 h 6891564"/>
              <a:gd name="connsiteX0-21" fmla="*/ 25096 w 5744944"/>
              <a:gd name="connsiteY0-22" fmla="*/ 6891564 h 6906078"/>
              <a:gd name="connsiteX1-23" fmla="*/ 0 w 5744944"/>
              <a:gd name="connsiteY1-24" fmla="*/ 0 h 6906078"/>
              <a:gd name="connsiteX2-25" fmla="*/ 5744944 w 5744944"/>
              <a:gd name="connsiteY2-26" fmla="*/ 14514 h 6906078"/>
              <a:gd name="connsiteX3-27" fmla="*/ 2852668 w 5744944"/>
              <a:gd name="connsiteY3-28" fmla="*/ 6906078 h 6906078"/>
              <a:gd name="connsiteX4-29" fmla="*/ 25096 w 5744944"/>
              <a:gd name="connsiteY4-30" fmla="*/ 6891564 h 6906078"/>
              <a:gd name="connsiteX0-31" fmla="*/ 25096 w 4932144"/>
              <a:gd name="connsiteY0-32" fmla="*/ 6891564 h 6906078"/>
              <a:gd name="connsiteX1-33" fmla="*/ 0 w 4932144"/>
              <a:gd name="connsiteY1-34" fmla="*/ 0 h 6906078"/>
              <a:gd name="connsiteX2-35" fmla="*/ 4932144 w 4932144"/>
              <a:gd name="connsiteY2-36" fmla="*/ 43542 h 6906078"/>
              <a:gd name="connsiteX3-37" fmla="*/ 2852668 w 4932144"/>
              <a:gd name="connsiteY3-38" fmla="*/ 6906078 h 6906078"/>
              <a:gd name="connsiteX4-39" fmla="*/ 25096 w 4932144"/>
              <a:gd name="connsiteY4-40" fmla="*/ 6891564 h 6906078"/>
              <a:gd name="connsiteX0-41" fmla="*/ 25096 w 4932144"/>
              <a:gd name="connsiteY0-42" fmla="*/ 6891564 h 6906078"/>
              <a:gd name="connsiteX1-43" fmla="*/ 0 w 4932144"/>
              <a:gd name="connsiteY1-44" fmla="*/ 0 h 6906078"/>
              <a:gd name="connsiteX2-45" fmla="*/ 4932144 w 4932144"/>
              <a:gd name="connsiteY2-46" fmla="*/ 0 h 6906078"/>
              <a:gd name="connsiteX3-47" fmla="*/ 2852668 w 4932144"/>
              <a:gd name="connsiteY3-48" fmla="*/ 6906078 h 6906078"/>
              <a:gd name="connsiteX4-49" fmla="*/ 25096 w 4932144"/>
              <a:gd name="connsiteY4-50" fmla="*/ 6891564 h 69060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932144" h="6906078">
                <a:moveTo>
                  <a:pt x="25096" y="6891564"/>
                </a:moveTo>
                <a:cubicBezTo>
                  <a:pt x="16731" y="4594376"/>
                  <a:pt x="8365" y="2297188"/>
                  <a:pt x="0" y="0"/>
                </a:cubicBezTo>
                <a:lnTo>
                  <a:pt x="4932144" y="0"/>
                </a:lnTo>
                <a:lnTo>
                  <a:pt x="2852668" y="6906078"/>
                </a:lnTo>
                <a:lnTo>
                  <a:pt x="25096" y="689156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095"/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F65C50CD-6988-4505-B8F6-200148452525}"/>
              </a:ext>
            </a:extLst>
          </p:cNvPr>
          <p:cNvSpPr txBox="1"/>
          <p:nvPr userDrawn="1"/>
        </p:nvSpPr>
        <p:spPr>
          <a:xfrm>
            <a:off x="63500" y="1422400"/>
            <a:ext cx="3087688" cy="427038"/>
          </a:xfrm>
          <a:prstGeom prst="rect">
            <a:avLst/>
          </a:prstGeom>
        </p:spPr>
        <p:txBody>
          <a:bodyPr lIns="108130" tIns="54065" rIns="108130" bIns="54065" anchor="ctr"/>
          <a:lstStyle>
            <a:lvl1pPr marL="406400" indent="-40640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0745" indent="-33909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509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9738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67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8196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2425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6590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19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zh-CN" altLang="en-US" sz="3790" b="1" spc="299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目录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C0E4AB-61F1-44EA-8E35-CCFFC0B6C6C9}"/>
              </a:ext>
            </a:extLst>
          </p:cNvPr>
          <p:cNvSpPr/>
          <p:nvPr userDrawn="1"/>
        </p:nvSpPr>
        <p:spPr>
          <a:xfrm>
            <a:off x="63500" y="366713"/>
            <a:ext cx="3232150" cy="9207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Font typeface="Arial" panose="020B0604020202090204" pitchFamily="34" charset="0"/>
              <a:buNone/>
              <a:defRPr/>
            </a:pPr>
            <a:r>
              <a:rPr lang="en-US" altLang="zh-CN" sz="5385" b="1" spc="299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en-US" altLang="zh-CN" sz="3990" b="1" spc="299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ontent</a:t>
            </a:r>
            <a:endParaRPr lang="zh-CN" altLang="en-US" sz="3990" b="1" spc="299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9">
            <a:extLst>
              <a:ext uri="{FF2B5EF4-FFF2-40B4-BE49-F238E27FC236}">
                <a16:creationId xmlns:a16="http://schemas.microsoft.com/office/drawing/2014/main" id="{D97EB40C-0A95-453E-B60B-4965385445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313" y="280988"/>
            <a:ext cx="14335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761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40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42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70.xml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Relationship Id="rId14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94F38BA1-EBD0-4002-82B6-A54E60AF8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ACE9157-8049-4DE3-A554-A361CA9EF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日期占位符 3">
            <a:extLst>
              <a:ext uri="{FF2B5EF4-FFF2-40B4-BE49-F238E27FC236}">
                <a16:creationId xmlns:a16="http://schemas.microsoft.com/office/drawing/2014/main" id="{331DA553-2CDA-4713-8838-FEEA104F29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2944AC-3FC2-4A1C-8F4F-54B1D0A55B25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1029" name="页脚占位符 4">
            <a:extLst>
              <a:ext uri="{FF2B5EF4-FFF2-40B4-BE49-F238E27FC236}">
                <a16:creationId xmlns:a16="http://schemas.microsoft.com/office/drawing/2014/main" id="{6EA56365-6B88-44D3-9C81-2C22D933D1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>
            <a:extLst>
              <a:ext uri="{FF2B5EF4-FFF2-40B4-BE49-F238E27FC236}">
                <a16:creationId xmlns:a16="http://schemas.microsoft.com/office/drawing/2014/main" id="{EC56A3BF-043E-47A9-BC6D-0182ADEC49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ACB9B3-E0A3-470B-9257-730485006C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  <p:sldLayoutId id="2147484438" r:id="rId5"/>
    <p:sldLayoutId id="2147484439" r:id="rId6"/>
    <p:sldLayoutId id="2147484596" r:id="rId7"/>
    <p:sldLayoutId id="2147484440" r:id="rId8"/>
    <p:sldLayoutId id="2147484441" r:id="rId9"/>
    <p:sldLayoutId id="2147484442" r:id="rId10"/>
    <p:sldLayoutId id="2147484443" r:id="rId11"/>
    <p:sldLayoutId id="2147484597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BF04DA2F-AD6F-4123-8515-E8CFFE3B7F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6954F90C-A4AE-4274-B25D-0B98D337E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2052" name="日期占位符 3">
            <a:extLst>
              <a:ext uri="{FF2B5EF4-FFF2-40B4-BE49-F238E27FC236}">
                <a16:creationId xmlns:a16="http://schemas.microsoft.com/office/drawing/2014/main" id="{2A55DD02-C338-40CA-8487-81100836E9A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1C66BAD-6B38-4F6E-A1BF-8228EC98CF6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2053" name="页脚占位符 4">
            <a:extLst>
              <a:ext uri="{FF2B5EF4-FFF2-40B4-BE49-F238E27FC236}">
                <a16:creationId xmlns:a16="http://schemas.microsoft.com/office/drawing/2014/main" id="{4993DA4E-CB9F-4847-9AE4-E89D853656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DB4A3ADA-09D6-4505-8AAA-6B040CBC10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E4D99DF-C098-4F58-9E59-12BFC60F0BF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4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>
            <a:extLst>
              <a:ext uri="{FF2B5EF4-FFF2-40B4-BE49-F238E27FC236}">
                <a16:creationId xmlns:a16="http://schemas.microsoft.com/office/drawing/2014/main" id="{369D6A8A-AECF-4CC2-986D-5A1D1FC80E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3075" name="文本占位符 2">
            <a:extLst>
              <a:ext uri="{FF2B5EF4-FFF2-40B4-BE49-F238E27FC236}">
                <a16:creationId xmlns:a16="http://schemas.microsoft.com/office/drawing/2014/main" id="{C10C3641-544A-4019-9346-6F82E3A5D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4100" name="日期占位符 3">
            <a:extLst>
              <a:ext uri="{FF2B5EF4-FFF2-40B4-BE49-F238E27FC236}">
                <a16:creationId xmlns:a16="http://schemas.microsoft.com/office/drawing/2014/main" id="{63D26CB0-C258-4CAE-B2CF-A2E07D4348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982EEA6-3AE3-4742-92FA-AE604701154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101" name="页脚占位符 4">
            <a:extLst>
              <a:ext uri="{FF2B5EF4-FFF2-40B4-BE49-F238E27FC236}">
                <a16:creationId xmlns:a16="http://schemas.microsoft.com/office/drawing/2014/main" id="{6D94494E-CCE9-47A2-920F-73EE4A7893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2" name="灯片编号占位符 5">
            <a:extLst>
              <a:ext uri="{FF2B5EF4-FFF2-40B4-BE49-F238E27FC236}">
                <a16:creationId xmlns:a16="http://schemas.microsoft.com/office/drawing/2014/main" id="{58F1BA4D-03DE-4710-8456-6666126B7A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6732888-2D46-4B1B-B388-AA51C285818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56" r:id="rId2"/>
    <p:sldLayoutId id="2147484457" r:id="rId3"/>
    <p:sldLayoutId id="2147484458" r:id="rId4"/>
    <p:sldLayoutId id="2147484459" r:id="rId5"/>
    <p:sldLayoutId id="2147484460" r:id="rId6"/>
    <p:sldLayoutId id="2147484461" r:id="rId7"/>
    <p:sldLayoutId id="2147484462" r:id="rId8"/>
    <p:sldLayoutId id="2147484463" r:id="rId9"/>
    <p:sldLayoutId id="2147484464" r:id="rId10"/>
    <p:sldLayoutId id="2147484465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76694C19-DDA0-44F6-9E9C-354DA40965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B99AAB11-E1DF-4F5A-A5DF-509725F9B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6148" name="日期占位符 3">
            <a:extLst>
              <a:ext uri="{FF2B5EF4-FFF2-40B4-BE49-F238E27FC236}">
                <a16:creationId xmlns:a16="http://schemas.microsoft.com/office/drawing/2014/main" id="{A8D2234B-007E-4ADD-A0EA-722AE8FD04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CF82F54-6644-4CEC-B75A-C08CB2FAB857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149" name="页脚占位符 4">
            <a:extLst>
              <a:ext uri="{FF2B5EF4-FFF2-40B4-BE49-F238E27FC236}">
                <a16:creationId xmlns:a16="http://schemas.microsoft.com/office/drawing/2014/main" id="{3EEC22E5-4146-43AB-9E7E-9BAD0271A2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0" name="灯片编号占位符 5">
            <a:extLst>
              <a:ext uri="{FF2B5EF4-FFF2-40B4-BE49-F238E27FC236}">
                <a16:creationId xmlns:a16="http://schemas.microsoft.com/office/drawing/2014/main" id="{CA31BC8B-9228-4C17-95F6-059B47BE66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85E235D-F352-4D9F-A6C2-DD8A39E38C6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>
            <a:extLst>
              <a:ext uri="{FF2B5EF4-FFF2-40B4-BE49-F238E27FC236}">
                <a16:creationId xmlns:a16="http://schemas.microsoft.com/office/drawing/2014/main" id="{6607CACA-B88C-4B8C-895C-4818E46F8E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5123" name="文本占位符 2">
            <a:extLst>
              <a:ext uri="{FF2B5EF4-FFF2-40B4-BE49-F238E27FC236}">
                <a16:creationId xmlns:a16="http://schemas.microsoft.com/office/drawing/2014/main" id="{94697D91-6BE1-45B2-B5B6-2D377CB04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7172" name="日期占位符 4">
            <a:extLst>
              <a:ext uri="{FF2B5EF4-FFF2-40B4-BE49-F238E27FC236}">
                <a16:creationId xmlns:a16="http://schemas.microsoft.com/office/drawing/2014/main" id="{F7DB7AEF-3478-4A36-998F-04CEE2585E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5C615B7-950C-499E-AD4C-BB5165EFC66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173" name="页脚占位符 5">
            <a:extLst>
              <a:ext uri="{FF2B5EF4-FFF2-40B4-BE49-F238E27FC236}">
                <a16:creationId xmlns:a16="http://schemas.microsoft.com/office/drawing/2014/main" id="{7BED183A-983A-44F9-B51D-518296485B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灯片编号占位符 6">
            <a:extLst>
              <a:ext uri="{FF2B5EF4-FFF2-40B4-BE49-F238E27FC236}">
                <a16:creationId xmlns:a16="http://schemas.microsoft.com/office/drawing/2014/main" id="{8B6A50DD-7725-4174-B52B-E93AF98BE6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838A3DD-1DE3-4528-8774-619D825B952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78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>
            <a:extLst>
              <a:ext uri="{FF2B5EF4-FFF2-40B4-BE49-F238E27FC236}">
                <a16:creationId xmlns:a16="http://schemas.microsoft.com/office/drawing/2014/main" id="{75142895-6FAA-4B4B-B82F-0DDDB83D8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6147" name="文本占位符 2">
            <a:extLst>
              <a:ext uri="{FF2B5EF4-FFF2-40B4-BE49-F238E27FC236}">
                <a16:creationId xmlns:a16="http://schemas.microsoft.com/office/drawing/2014/main" id="{70F7068B-A140-4463-ACFA-24DAA6076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8196" name="日期占位符 6">
            <a:extLst>
              <a:ext uri="{FF2B5EF4-FFF2-40B4-BE49-F238E27FC236}">
                <a16:creationId xmlns:a16="http://schemas.microsoft.com/office/drawing/2014/main" id="{9B62C7DE-EC71-4221-9637-982175C16D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BF46B4E-B1DE-4467-AEF6-63AB21479EFF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8197" name="页脚占位符 7">
            <a:extLst>
              <a:ext uri="{FF2B5EF4-FFF2-40B4-BE49-F238E27FC236}">
                <a16:creationId xmlns:a16="http://schemas.microsoft.com/office/drawing/2014/main" id="{4418F4AD-7321-4196-A549-7788421B72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灯片编号占位符 8">
            <a:extLst>
              <a:ext uri="{FF2B5EF4-FFF2-40B4-BE49-F238E27FC236}">
                <a16:creationId xmlns:a16="http://schemas.microsoft.com/office/drawing/2014/main" id="{6BCD85CD-F57E-4695-8533-8E05862C8A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433CD6D-28DB-464E-99C3-88278983EDB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8" r:id="rId1"/>
    <p:sldLayoutId id="2147484489" r:id="rId2"/>
    <p:sldLayoutId id="2147484490" r:id="rId3"/>
    <p:sldLayoutId id="2147484491" r:id="rId4"/>
    <p:sldLayoutId id="2147484492" r:id="rId5"/>
    <p:sldLayoutId id="2147484493" r:id="rId6"/>
    <p:sldLayoutId id="2147484494" r:id="rId7"/>
    <p:sldLayoutId id="2147484495" r:id="rId8"/>
    <p:sldLayoutId id="2147484496" r:id="rId9"/>
    <p:sldLayoutId id="2147484497" r:id="rId10"/>
    <p:sldLayoutId id="2147484498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>
            <a:extLst>
              <a:ext uri="{FF2B5EF4-FFF2-40B4-BE49-F238E27FC236}">
                <a16:creationId xmlns:a16="http://schemas.microsoft.com/office/drawing/2014/main" id="{BEEB2F1E-D8C2-47BD-976C-92E7878849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7171" name="文本占位符 2">
            <a:extLst>
              <a:ext uri="{FF2B5EF4-FFF2-40B4-BE49-F238E27FC236}">
                <a16:creationId xmlns:a16="http://schemas.microsoft.com/office/drawing/2014/main" id="{534802AE-44FE-4D2F-9D43-5BD5C6799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9220" name="日期占位符 2">
            <a:extLst>
              <a:ext uri="{FF2B5EF4-FFF2-40B4-BE49-F238E27FC236}">
                <a16:creationId xmlns:a16="http://schemas.microsoft.com/office/drawing/2014/main" id="{C2D2B324-0695-4915-AACE-1FED0B1229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825683A-A4A1-4E8C-B512-1786608178E4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9221" name="页脚占位符 3">
            <a:extLst>
              <a:ext uri="{FF2B5EF4-FFF2-40B4-BE49-F238E27FC236}">
                <a16:creationId xmlns:a16="http://schemas.microsoft.com/office/drawing/2014/main" id="{08282980-FD67-428B-983C-C82C4695F4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22" name="灯片编号占位符 4">
            <a:extLst>
              <a:ext uri="{FF2B5EF4-FFF2-40B4-BE49-F238E27FC236}">
                <a16:creationId xmlns:a16="http://schemas.microsoft.com/office/drawing/2014/main" id="{0063F89B-57D0-43F6-8B5B-5B5690B39C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F940C79-E1AB-4CB6-A123-A99D1B8CC10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99" r:id="rId1"/>
    <p:sldLayoutId id="2147484500" r:id="rId2"/>
    <p:sldLayoutId id="2147484501" r:id="rId3"/>
    <p:sldLayoutId id="2147484502" r:id="rId4"/>
    <p:sldLayoutId id="2147484503" r:id="rId5"/>
    <p:sldLayoutId id="2147484504" r:id="rId6"/>
    <p:sldLayoutId id="2147484505" r:id="rId7"/>
    <p:sldLayoutId id="2147484506" r:id="rId8"/>
    <p:sldLayoutId id="2147484507" r:id="rId9"/>
    <p:sldLayoutId id="2147484508" r:id="rId10"/>
    <p:sldLayoutId id="2147484509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>
            <a:extLst>
              <a:ext uri="{FF2B5EF4-FFF2-40B4-BE49-F238E27FC236}">
                <a16:creationId xmlns:a16="http://schemas.microsoft.com/office/drawing/2014/main" id="{CE487B5E-94AF-4672-B4B2-2800991D5A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8195" name="文本占位符 2">
            <a:extLst>
              <a:ext uri="{FF2B5EF4-FFF2-40B4-BE49-F238E27FC236}">
                <a16:creationId xmlns:a16="http://schemas.microsoft.com/office/drawing/2014/main" id="{3CED76ED-56D8-4ACC-AA54-4B0C16683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44" name="日期占位符 1">
            <a:extLst>
              <a:ext uri="{FF2B5EF4-FFF2-40B4-BE49-F238E27FC236}">
                <a16:creationId xmlns:a16="http://schemas.microsoft.com/office/drawing/2014/main" id="{CFFB2364-3789-455D-B9C9-90CD25E137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2E7F351-E9AB-4BD7-81C8-0CC6BAC65D98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0245" name="页脚占位符 2">
            <a:extLst>
              <a:ext uri="{FF2B5EF4-FFF2-40B4-BE49-F238E27FC236}">
                <a16:creationId xmlns:a16="http://schemas.microsoft.com/office/drawing/2014/main" id="{BD514790-7709-4E2A-BCC0-212D554984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6" name="灯片编号占位符 3">
            <a:extLst>
              <a:ext uri="{FF2B5EF4-FFF2-40B4-BE49-F238E27FC236}">
                <a16:creationId xmlns:a16="http://schemas.microsoft.com/office/drawing/2014/main" id="{8C83C804-363E-471E-A4D6-58DE0A12EE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0FC5E09-43E1-49B1-8F5A-800F04E6638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0" r:id="rId1"/>
    <p:sldLayoutId id="2147484511" r:id="rId2"/>
    <p:sldLayoutId id="2147484512" r:id="rId3"/>
    <p:sldLayoutId id="2147484513" r:id="rId4"/>
    <p:sldLayoutId id="2147484514" r:id="rId5"/>
    <p:sldLayoutId id="2147484515" r:id="rId6"/>
    <p:sldLayoutId id="2147484516" r:id="rId7"/>
    <p:sldLayoutId id="2147484517" r:id="rId8"/>
    <p:sldLayoutId id="2147484518" r:id="rId9"/>
    <p:sldLayoutId id="2147484519" r:id="rId10"/>
    <p:sldLayoutId id="2147484520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>
            <a:extLst>
              <a:ext uri="{FF2B5EF4-FFF2-40B4-BE49-F238E27FC236}">
                <a16:creationId xmlns:a16="http://schemas.microsoft.com/office/drawing/2014/main" id="{3E806105-6087-41EC-A0E6-0F0AC70171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9219" name="文本占位符 2">
            <a:extLst>
              <a:ext uri="{FF2B5EF4-FFF2-40B4-BE49-F238E27FC236}">
                <a16:creationId xmlns:a16="http://schemas.microsoft.com/office/drawing/2014/main" id="{C8204153-F090-4CC2-8FB1-31F5D2D90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1268" name="日期占位符 4">
            <a:extLst>
              <a:ext uri="{FF2B5EF4-FFF2-40B4-BE49-F238E27FC236}">
                <a16:creationId xmlns:a16="http://schemas.microsoft.com/office/drawing/2014/main" id="{2A278C3A-AABA-412E-8AA3-DB5BEACE0E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41C391-21D1-4713-BA8E-9EABD00FD483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1269" name="页脚占位符 5">
            <a:extLst>
              <a:ext uri="{FF2B5EF4-FFF2-40B4-BE49-F238E27FC236}">
                <a16:creationId xmlns:a16="http://schemas.microsoft.com/office/drawing/2014/main" id="{7D87B603-E6C3-4FE9-A51E-39654F2CF5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0" name="灯片编号占位符 6">
            <a:extLst>
              <a:ext uri="{FF2B5EF4-FFF2-40B4-BE49-F238E27FC236}">
                <a16:creationId xmlns:a16="http://schemas.microsoft.com/office/drawing/2014/main" id="{7E2F6ECD-4123-4504-8D77-EEEA16D3A4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05B155-CCA6-4880-82A1-485A865EAB7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1" r:id="rId1"/>
    <p:sldLayoutId id="2147484522" r:id="rId2"/>
    <p:sldLayoutId id="2147484523" r:id="rId3"/>
    <p:sldLayoutId id="2147484524" r:id="rId4"/>
    <p:sldLayoutId id="2147484525" r:id="rId5"/>
    <p:sldLayoutId id="2147484526" r:id="rId6"/>
    <p:sldLayoutId id="2147484527" r:id="rId7"/>
    <p:sldLayoutId id="2147484528" r:id="rId8"/>
    <p:sldLayoutId id="2147484529" r:id="rId9"/>
    <p:sldLayoutId id="2147484530" r:id="rId10"/>
    <p:sldLayoutId id="2147484531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占位符 1">
            <a:extLst>
              <a:ext uri="{FF2B5EF4-FFF2-40B4-BE49-F238E27FC236}">
                <a16:creationId xmlns:a16="http://schemas.microsoft.com/office/drawing/2014/main" id="{7DC76D58-3160-4AF0-B078-EB5C21FCEC3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0243" name="文本占位符 2">
            <a:extLst>
              <a:ext uri="{FF2B5EF4-FFF2-40B4-BE49-F238E27FC236}">
                <a16:creationId xmlns:a16="http://schemas.microsoft.com/office/drawing/2014/main" id="{0987EAC8-89C0-4C07-ACA4-C3775067A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2292" name="日期占位符 4">
            <a:extLst>
              <a:ext uri="{FF2B5EF4-FFF2-40B4-BE49-F238E27FC236}">
                <a16:creationId xmlns:a16="http://schemas.microsoft.com/office/drawing/2014/main" id="{DF636D0C-5067-480E-83A1-43C1330FA9C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AD9729E-FB3A-4339-A4C0-F252E9C993CB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293" name="页脚占位符 5">
            <a:extLst>
              <a:ext uri="{FF2B5EF4-FFF2-40B4-BE49-F238E27FC236}">
                <a16:creationId xmlns:a16="http://schemas.microsoft.com/office/drawing/2014/main" id="{9849DE82-D0D4-4E0C-AB06-D4BCEDB159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4" name="灯片编号占位符 6">
            <a:extLst>
              <a:ext uri="{FF2B5EF4-FFF2-40B4-BE49-F238E27FC236}">
                <a16:creationId xmlns:a16="http://schemas.microsoft.com/office/drawing/2014/main" id="{5E3B7111-E96D-47F4-91B8-8A1BA86830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2E59815-8972-4E67-ABE8-A850D1DF062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2" r:id="rId1"/>
    <p:sldLayoutId id="2147484533" r:id="rId2"/>
    <p:sldLayoutId id="2147484534" r:id="rId3"/>
    <p:sldLayoutId id="2147484535" r:id="rId4"/>
    <p:sldLayoutId id="2147484536" r:id="rId5"/>
    <p:sldLayoutId id="2147484537" r:id="rId6"/>
    <p:sldLayoutId id="2147484538" r:id="rId7"/>
    <p:sldLayoutId id="2147484539" r:id="rId8"/>
    <p:sldLayoutId id="2147484540" r:id="rId9"/>
    <p:sldLayoutId id="2147484541" r:id="rId10"/>
    <p:sldLayoutId id="2147484542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>
            <a:extLst>
              <a:ext uri="{FF2B5EF4-FFF2-40B4-BE49-F238E27FC236}">
                <a16:creationId xmlns:a16="http://schemas.microsoft.com/office/drawing/2014/main" id="{4DCD2E58-B4B6-4FBC-902F-0E7C190AEA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1267" name="文本占位符 2">
            <a:extLst>
              <a:ext uri="{FF2B5EF4-FFF2-40B4-BE49-F238E27FC236}">
                <a16:creationId xmlns:a16="http://schemas.microsoft.com/office/drawing/2014/main" id="{88F1E59D-494F-4D82-94E5-DA381B28B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3316" name="日期占位符 3">
            <a:extLst>
              <a:ext uri="{FF2B5EF4-FFF2-40B4-BE49-F238E27FC236}">
                <a16:creationId xmlns:a16="http://schemas.microsoft.com/office/drawing/2014/main" id="{E8225E25-CCD8-4E18-ADA6-D0E160E3AB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E47127F-FF98-4147-BDAF-073607188C42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3317" name="页脚占位符 4">
            <a:extLst>
              <a:ext uri="{FF2B5EF4-FFF2-40B4-BE49-F238E27FC236}">
                <a16:creationId xmlns:a16="http://schemas.microsoft.com/office/drawing/2014/main" id="{7E56FBE6-118C-473A-AC66-49EF40BA72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8" name="灯片编号占位符 5">
            <a:extLst>
              <a:ext uri="{FF2B5EF4-FFF2-40B4-BE49-F238E27FC236}">
                <a16:creationId xmlns:a16="http://schemas.microsoft.com/office/drawing/2014/main" id="{922D8395-E04A-44E5-8328-AC1A23FBAA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FC152D8-E4F4-4049-BCE8-9E18FDD91D8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3" r:id="rId1"/>
    <p:sldLayoutId id="2147484544" r:id="rId2"/>
    <p:sldLayoutId id="2147484545" r:id="rId3"/>
    <p:sldLayoutId id="2147484546" r:id="rId4"/>
    <p:sldLayoutId id="2147484547" r:id="rId5"/>
    <p:sldLayoutId id="2147484548" r:id="rId6"/>
    <p:sldLayoutId id="2147484549" r:id="rId7"/>
    <p:sldLayoutId id="2147484550" r:id="rId8"/>
    <p:sldLayoutId id="2147484551" r:id="rId9"/>
    <p:sldLayoutId id="2147484552" r:id="rId10"/>
    <p:sldLayoutId id="2147484553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占位符 1">
            <a:extLst>
              <a:ext uri="{FF2B5EF4-FFF2-40B4-BE49-F238E27FC236}">
                <a16:creationId xmlns:a16="http://schemas.microsoft.com/office/drawing/2014/main" id="{98426DA9-9F2E-4799-8D5E-A3C9504630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2291" name="文本占位符 2">
            <a:extLst>
              <a:ext uri="{FF2B5EF4-FFF2-40B4-BE49-F238E27FC236}">
                <a16:creationId xmlns:a16="http://schemas.microsoft.com/office/drawing/2014/main" id="{25BA6CEE-5F98-4754-B9AB-48BF4DB3A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4340" name="日期占位符 3">
            <a:extLst>
              <a:ext uri="{FF2B5EF4-FFF2-40B4-BE49-F238E27FC236}">
                <a16:creationId xmlns:a16="http://schemas.microsoft.com/office/drawing/2014/main" id="{7FEC02FB-DA6B-42EE-82B5-359B42BE517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5ED7C93-83C7-422C-B585-FCCEDC5F2EA5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4341" name="页脚占位符 4">
            <a:extLst>
              <a:ext uri="{FF2B5EF4-FFF2-40B4-BE49-F238E27FC236}">
                <a16:creationId xmlns:a16="http://schemas.microsoft.com/office/drawing/2014/main" id="{E57A6CF7-DB34-420D-BB85-34ED398509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42" name="灯片编号占位符 5">
            <a:extLst>
              <a:ext uri="{FF2B5EF4-FFF2-40B4-BE49-F238E27FC236}">
                <a16:creationId xmlns:a16="http://schemas.microsoft.com/office/drawing/2014/main" id="{8D9324A7-59D6-4EE3-80F7-40E3F174A9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CE8E2E1-536D-4AD7-A864-4AFFE9A9102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4" r:id="rId1"/>
    <p:sldLayoutId id="2147484555" r:id="rId2"/>
    <p:sldLayoutId id="2147484556" r:id="rId3"/>
    <p:sldLayoutId id="2147484557" r:id="rId4"/>
    <p:sldLayoutId id="2147484558" r:id="rId5"/>
    <p:sldLayoutId id="2147484559" r:id="rId6"/>
    <p:sldLayoutId id="2147484560" r:id="rId7"/>
    <p:sldLayoutId id="2147484561" r:id="rId8"/>
    <p:sldLayoutId id="2147484562" r:id="rId9"/>
    <p:sldLayoutId id="2147484563" r:id="rId10"/>
    <p:sldLayoutId id="2147484564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>
            <a:extLst>
              <a:ext uri="{FF2B5EF4-FFF2-40B4-BE49-F238E27FC236}">
                <a16:creationId xmlns:a16="http://schemas.microsoft.com/office/drawing/2014/main" id="{D8598985-F5EC-473C-8B8F-D3B9033BC5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3315" name="文本占位符 2">
            <a:extLst>
              <a:ext uri="{FF2B5EF4-FFF2-40B4-BE49-F238E27FC236}">
                <a16:creationId xmlns:a16="http://schemas.microsoft.com/office/drawing/2014/main" id="{1E9209A1-3633-4539-A828-7905F0CD5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5364" name="日期占位符 2">
            <a:extLst>
              <a:ext uri="{FF2B5EF4-FFF2-40B4-BE49-F238E27FC236}">
                <a16:creationId xmlns:a16="http://schemas.microsoft.com/office/drawing/2014/main" id="{44D6EB50-8597-4B9F-B30B-C04A3C2FA0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3F5389A-9964-43D3-9720-77F845014FF1}" type="datetime1">
              <a:rPr lang="zh-CN" altLang="en-US"/>
              <a:pPr>
                <a:defRPr/>
              </a:pPr>
              <a:t>2023/11/15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5365" name="页脚占位符 3">
            <a:extLst>
              <a:ext uri="{FF2B5EF4-FFF2-40B4-BE49-F238E27FC236}">
                <a16:creationId xmlns:a16="http://schemas.microsoft.com/office/drawing/2014/main" id="{5D5FE714-08F0-407C-9DAA-92855390EF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6" name="灯片编号占位符 4">
            <a:extLst>
              <a:ext uri="{FF2B5EF4-FFF2-40B4-BE49-F238E27FC236}">
                <a16:creationId xmlns:a16="http://schemas.microsoft.com/office/drawing/2014/main" id="{3FC3D492-1787-4619-8700-2302F8294E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F432CC5-46BC-4563-800C-78FF0C1B85D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3" r:id="rId9"/>
    <p:sldLayoutId id="2147484574" r:id="rId10"/>
    <p:sldLayoutId id="2147484575" r:id="rId11"/>
  </p:sldLayoutIdLst>
  <p:transition spd="slow" advClick="0" advTm="300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5882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占位符 1">
            <a:extLst>
              <a:ext uri="{FF2B5EF4-FFF2-40B4-BE49-F238E27FC236}">
                <a16:creationId xmlns:a16="http://schemas.microsoft.com/office/drawing/2014/main" id="{CBA36AB4-F30B-49AB-9749-A2337B687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4339" name="文本占位符 2">
            <a:extLst>
              <a:ext uri="{FF2B5EF4-FFF2-40B4-BE49-F238E27FC236}">
                <a16:creationId xmlns:a16="http://schemas.microsoft.com/office/drawing/2014/main" id="{AE025427-CF2E-4E65-B638-616D6C7173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916E3-0966-49D9-8ABF-E7E6EA564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3FAFB0-D90B-4839-94AA-AF75FADCA886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95203-408A-43A7-A064-F81502AB1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B8B58-41A3-4134-A440-74BC0C109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71A4BA-06AB-416B-ADD6-2986CD42F7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6" r:id="rId1"/>
    <p:sldLayoutId id="2147484577" r:id="rId2"/>
    <p:sldLayoutId id="2147484578" r:id="rId3"/>
    <p:sldLayoutId id="2147484579" r:id="rId4"/>
    <p:sldLayoutId id="2147484580" r:id="rId5"/>
    <p:sldLayoutId id="2147484581" r:id="rId6"/>
    <p:sldLayoutId id="2147484598" r:id="rId7"/>
    <p:sldLayoutId id="2147484582" r:id="rId8"/>
    <p:sldLayoutId id="2147484583" r:id="rId9"/>
    <p:sldLayoutId id="2147484584" r:id="rId10"/>
    <p:sldLayoutId id="2147484585" r:id="rId11"/>
    <p:sldLayoutId id="2147484599" r:id="rId12"/>
    <p:sldLayoutId id="2147484600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5882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占位符 1">
            <a:extLst>
              <a:ext uri="{FF2B5EF4-FFF2-40B4-BE49-F238E27FC236}">
                <a16:creationId xmlns:a16="http://schemas.microsoft.com/office/drawing/2014/main" id="{A4FFF171-20BE-43E2-8F86-DCD9A1A08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363" name="文本占位符 2">
            <a:extLst>
              <a:ext uri="{FF2B5EF4-FFF2-40B4-BE49-F238E27FC236}">
                <a16:creationId xmlns:a16="http://schemas.microsoft.com/office/drawing/2014/main" id="{218798FB-CD18-4FE0-9CC1-3B2A60026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721BF-7953-4418-B074-F5E9A4DD3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93B9817-72AB-4E8A-B33C-6E67013A2D98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7BB731-6C0A-401B-A27B-279809E70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6587DE-073E-43DF-8FFF-58B4FBAB0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F1585E-3F66-4092-AA08-711190B129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6" r:id="rId1"/>
    <p:sldLayoutId id="2147484587" r:id="rId2"/>
    <p:sldLayoutId id="2147484588" r:id="rId3"/>
    <p:sldLayoutId id="2147484589" r:id="rId4"/>
    <p:sldLayoutId id="2147484590" r:id="rId5"/>
    <p:sldLayoutId id="2147484591" r:id="rId6"/>
    <p:sldLayoutId id="2147484601" r:id="rId7"/>
    <p:sldLayoutId id="2147484592" r:id="rId8"/>
    <p:sldLayoutId id="2147484593" r:id="rId9"/>
    <p:sldLayoutId id="2147484594" r:id="rId10"/>
    <p:sldLayoutId id="2147484595" r:id="rId11"/>
    <p:sldLayoutId id="2147484602" r:id="rId12"/>
    <p:sldLayoutId id="2147484603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框 2">
            <a:extLst>
              <a:ext uri="{FF2B5EF4-FFF2-40B4-BE49-F238E27FC236}">
                <a16:creationId xmlns:a16="http://schemas.microsoft.com/office/drawing/2014/main" id="{D0184B97-5742-48C8-A443-4AB9592A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2437" y="6484569"/>
            <a:ext cx="13303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密级：内部公开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E1CBBF5-F9A3-4147-8A54-ABAC9DA8EC82}"/>
              </a:ext>
            </a:extLst>
          </p:cNvPr>
          <p:cNvSpPr txBox="1">
            <a:spLocks/>
          </p:cNvSpPr>
          <p:nvPr/>
        </p:nvSpPr>
        <p:spPr>
          <a:xfrm>
            <a:off x="3267074" y="1855787"/>
            <a:ext cx="8591846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清洁度专项问题点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5ACC41E5-64CD-4953-9F2D-965C92EEA1BD}"/>
              </a:ext>
            </a:extLst>
          </p:cNvPr>
          <p:cNvSpPr txBox="1">
            <a:spLocks/>
          </p:cNvSpPr>
          <p:nvPr/>
        </p:nvSpPr>
        <p:spPr>
          <a:xfrm>
            <a:off x="3267074" y="2684071"/>
            <a:ext cx="8675688" cy="587375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endParaRPr lang="zh-CN" altLang="en-US" kern="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5605" name="TextBox 2">
            <a:extLst>
              <a:ext uri="{FF2B5EF4-FFF2-40B4-BE49-F238E27FC236}">
                <a16:creationId xmlns:a16="http://schemas.microsoft.com/office/drawing/2014/main" id="{2EF69F10-06A3-48D8-832C-6437ADC10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075" y="3825875"/>
            <a:ext cx="41656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编制人：何唯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时间：</a:t>
            </a:r>
            <a:r>
              <a:rPr lang="en-US" altLang="zh-CN" sz="18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2023.11.11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矩形 19">
            <a:extLst>
              <a:ext uri="{FF2B5EF4-FFF2-40B4-BE49-F238E27FC236}">
                <a16:creationId xmlns:a16="http://schemas.microsoft.com/office/drawing/2014/main" id="{57AED5B3-0C7B-47CD-8307-52CCAB5C6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075" y="2190750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zh-CN" altLang="en-US" sz="2400" b="1" dirty="0">
                <a:solidFill>
                  <a:srgbClr val="008CC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清洁度专项需求原因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3B25AB-C2F5-42EB-9061-EED767574C78}"/>
              </a:ext>
            </a:extLst>
          </p:cNvPr>
          <p:cNvSpPr txBox="1"/>
          <p:nvPr/>
        </p:nvSpPr>
        <p:spPr bwMode="auto">
          <a:xfrm>
            <a:off x="4906425" y="2886581"/>
            <a:ext cx="935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chemeClr val="bg2">
                    <a:lumMod val="9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  /</a:t>
            </a:r>
            <a:endParaRPr lang="zh-CN" altLang="en-US" sz="3200" b="1" dirty="0">
              <a:solidFill>
                <a:schemeClr val="bg2">
                  <a:lumMod val="9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7663" name="文本框 27">
            <a:extLst>
              <a:ext uri="{FF2B5EF4-FFF2-40B4-BE49-F238E27FC236}">
                <a16:creationId xmlns:a16="http://schemas.microsoft.com/office/drawing/2014/main" id="{2DA7281C-A0BA-4A4F-A602-A9E3BABE2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6425" y="2115864"/>
            <a:ext cx="11366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8CC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  /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A572A2A-1740-4B5F-A376-E50F4CAC55C1}"/>
              </a:ext>
            </a:extLst>
          </p:cNvPr>
          <p:cNvSpPr/>
          <p:nvPr/>
        </p:nvSpPr>
        <p:spPr>
          <a:xfrm>
            <a:off x="6043075" y="2947988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bg2">
                    <a:lumMod val="9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现场案例展示及建议</a:t>
            </a:r>
          </a:p>
        </p:txBody>
      </p:sp>
      <p:sp>
        <p:nvSpPr>
          <p:cNvPr id="12" name="文本占位符 4">
            <a:extLst>
              <a:ext uri="{FF2B5EF4-FFF2-40B4-BE49-F238E27FC236}">
                <a16:creationId xmlns:a16="http://schemas.microsoft.com/office/drawing/2014/main" id="{CA66CAD1-5EFC-48A2-9226-F60AD73FDFA4}"/>
              </a:ext>
            </a:extLst>
          </p:cNvPr>
          <p:cNvSpPr txBox="1"/>
          <p:nvPr/>
        </p:nvSpPr>
        <p:spPr>
          <a:xfrm>
            <a:off x="6613525" y="954088"/>
            <a:ext cx="1524000" cy="427037"/>
          </a:xfrm>
          <a:prstGeom prst="rect">
            <a:avLst/>
          </a:prstGeom>
        </p:spPr>
        <p:txBody>
          <a:bodyPr lIns="108130" tIns="54065" rIns="108130" bIns="54065" anchor="ctr"/>
          <a:lstStyle>
            <a:lvl1pPr marL="406400" indent="-40640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0745" indent="-33909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509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9738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67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8196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2425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6590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19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zh-CN" altLang="en-US" sz="3600" b="1" spc="299" dirty="0">
                <a:solidFill>
                  <a:srgbClr val="008CC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rPr>
              <a:t>目录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BEBF32-3AED-4C8A-901C-63AAF6AAD684}"/>
              </a:ext>
            </a:extLst>
          </p:cNvPr>
          <p:cNvSpPr/>
          <p:nvPr/>
        </p:nvSpPr>
        <p:spPr>
          <a:xfrm>
            <a:off x="4318000" y="844550"/>
            <a:ext cx="28448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90204" pitchFamily="34" charset="0"/>
              <a:buNone/>
              <a:defRPr/>
            </a:pPr>
            <a:r>
              <a:rPr lang="en-US" altLang="zh-CN" sz="3600" b="1" spc="299" dirty="0">
                <a:solidFill>
                  <a:srgbClr val="008CC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Content</a:t>
            </a:r>
            <a:endParaRPr lang="zh-CN" altLang="en-US" sz="3600" b="1" spc="299" dirty="0">
              <a:solidFill>
                <a:srgbClr val="008CC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B9A8FCE-9080-41B8-995C-319CBAEADA60}"/>
              </a:ext>
            </a:extLst>
          </p:cNvPr>
          <p:cNvCxnSpPr>
            <a:cxnSpLocks/>
          </p:cNvCxnSpPr>
          <p:nvPr/>
        </p:nvCxnSpPr>
        <p:spPr>
          <a:xfrm>
            <a:off x="4435475" y="1570038"/>
            <a:ext cx="34178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CAA71F-0C38-4F74-8E34-24282AFA8411}"/>
              </a:ext>
            </a:extLst>
          </p:cNvPr>
          <p:cNvSpPr/>
          <p:nvPr/>
        </p:nvSpPr>
        <p:spPr bwMode="auto">
          <a:xfrm>
            <a:off x="810700" y="3769696"/>
            <a:ext cx="4667249" cy="2041997"/>
          </a:xfrm>
          <a:prstGeom prst="rect">
            <a:avLst/>
          </a:prstGeom>
          <a:solidFill>
            <a:srgbClr val="E9E7E7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油品清洁度不达标危害：</a:t>
            </a:r>
            <a:endParaRPr kumimoji="0" lang="en-US" altLang="zh-CN" i="0" u="none" strike="noStrike" cap="none" normalizeH="0" baseline="0" dirty="0">
              <a:ln>
                <a:solidFill>
                  <a:schemeClr val="bg1">
                    <a:alpha val="0"/>
                  </a:schemeClr>
                </a:solidFill>
              </a:ln>
              <a:effectLst/>
              <a:latin typeface="思源黑体 CN Regular" panose="020B0500000000000000"/>
              <a:ea typeface="思源黑体 CN Regular" panose="020B050000000000000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altLang="zh-CN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、杂质进入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思源黑体 CN Regular" panose="020B0500000000000000"/>
                <a:ea typeface="思源黑体 CN Regular" panose="020B0500000000000000"/>
              </a:rPr>
              <a:t>齿轮箱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，损坏齿轮箱轴系，造成</a:t>
            </a:r>
            <a:r>
              <a:rPr lang="en-US" altLang="zh-CN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思源黑体 CN Regular" panose="020B0500000000000000"/>
                <a:ea typeface="思源黑体 CN Regular" panose="020B0500000000000000"/>
              </a:rPr>
              <a:t>NVH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思源黑体 CN Regular" panose="020B0500000000000000"/>
                <a:ea typeface="思源黑体 CN Regular" panose="020B0500000000000000"/>
              </a:rPr>
              <a:t>不良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；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latin typeface="思源黑体 CN Regular" panose="020B0500000000000000"/>
              <a:ea typeface="思源黑体 CN Regular" panose="020B0500000000000000"/>
            </a:endParaRPr>
          </a:p>
          <a:p>
            <a:r>
              <a:rPr kumimoji="0" lang="en-US" altLang="zh-CN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2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、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杂质进入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思源黑体 CN Regular" panose="020B0500000000000000"/>
                <a:ea typeface="思源黑体 CN Regular" panose="020B0500000000000000"/>
              </a:rPr>
              <a:t>轴承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，损坏轴承，造成</a:t>
            </a:r>
            <a:r>
              <a:rPr lang="en-US" altLang="zh-CN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思源黑体 CN Regular" panose="020B0500000000000000"/>
                <a:ea typeface="思源黑体 CN Regular" panose="020B0500000000000000"/>
              </a:rPr>
              <a:t>NVH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思源黑体 CN Regular" panose="020B0500000000000000"/>
                <a:ea typeface="思源黑体 CN Regular" panose="020B0500000000000000"/>
              </a:rPr>
              <a:t>不良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，缩短轴承寿命；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latin typeface="思源黑体 CN Regular" panose="020B0500000000000000"/>
              <a:ea typeface="思源黑体 CN Regular" panose="020B0500000000000000"/>
            </a:endParaRPr>
          </a:p>
          <a:p>
            <a:r>
              <a:rPr kumimoji="0" lang="en-US" altLang="zh-CN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3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、杂质进入总成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latin typeface="思源黑体 CN Regular" panose="020B0500000000000000"/>
                <a:ea typeface="思源黑体 CN Regular" panose="020B0500000000000000"/>
              </a:rPr>
              <a:t>油路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，堵塞油道造成冷却油流量减小，总成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latin typeface="思源黑体 CN Regular" panose="020B0500000000000000"/>
                <a:ea typeface="思源黑体 CN Regular" panose="020B0500000000000000"/>
              </a:rPr>
              <a:t>冷却能力降低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。</a:t>
            </a:r>
          </a:p>
        </p:txBody>
      </p:sp>
      <p:sp>
        <p:nvSpPr>
          <p:cNvPr id="35845" name="文本框 7">
            <a:extLst>
              <a:ext uri="{FF2B5EF4-FFF2-40B4-BE49-F238E27FC236}">
                <a16:creationId xmlns:a16="http://schemas.microsoft.com/office/drawing/2014/main" id="{A405718B-DB0F-4F6C-B079-64027825C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963"/>
            <a:ext cx="5872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ea typeface="思源黑体 CN Medium" panose="020B0600000000000000" pitchFamily="34" charset="-122"/>
                <a:sym typeface="+mn-ea"/>
              </a:rPr>
              <a:t>清洁度专项需求原因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74EF8C-BC25-4513-ABF2-B57E557EE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158" y="891254"/>
            <a:ext cx="4691249" cy="57520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B242CB-F140-423E-8848-6456B453B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0" y="1583354"/>
            <a:ext cx="4667250" cy="15049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47203-3A4F-43C6-9322-DC26482A1D6E}"/>
              </a:ext>
            </a:extLst>
          </p:cNvPr>
          <p:cNvSpPr/>
          <p:nvPr/>
        </p:nvSpPr>
        <p:spPr bwMode="auto">
          <a:xfrm>
            <a:off x="7874000" y="1676401"/>
            <a:ext cx="2319867" cy="265006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14BA4C-17C7-4085-BF67-38536F023D43}"/>
              </a:ext>
            </a:extLst>
          </p:cNvPr>
          <p:cNvSpPr/>
          <p:nvPr/>
        </p:nvSpPr>
        <p:spPr bwMode="auto">
          <a:xfrm>
            <a:off x="6129867" y="4326467"/>
            <a:ext cx="4064000" cy="194733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078A6C1-8FCA-4E4E-A4C3-0DC0A38FC643}"/>
              </a:ext>
            </a:extLst>
          </p:cNvPr>
          <p:cNvCxnSpPr>
            <a:cxnSpLocks/>
            <a:stCxn id="29" idx="1"/>
          </p:cNvCxnSpPr>
          <p:nvPr/>
        </p:nvCxnSpPr>
        <p:spPr bwMode="auto">
          <a:xfrm flipH="1">
            <a:off x="8483600" y="5121613"/>
            <a:ext cx="2243667" cy="1361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A338949-F69A-45A1-8749-BA0A62C6F388}"/>
              </a:ext>
            </a:extLst>
          </p:cNvPr>
          <p:cNvCxnSpPr>
            <a:cxnSpLocks/>
            <a:stCxn id="25" idx="1"/>
          </p:cNvCxnSpPr>
          <p:nvPr/>
        </p:nvCxnSpPr>
        <p:spPr bwMode="auto">
          <a:xfrm flipH="1">
            <a:off x="9601200" y="2789767"/>
            <a:ext cx="1126067" cy="12573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D00AC44-B183-4980-BD77-3731F91176BB}"/>
              </a:ext>
            </a:extLst>
          </p:cNvPr>
          <p:cNvSpPr/>
          <p:nvPr/>
        </p:nvSpPr>
        <p:spPr bwMode="auto">
          <a:xfrm>
            <a:off x="10727267" y="2582333"/>
            <a:ext cx="1134533" cy="4148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电机区域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63DDF3A-FB16-4C82-A472-6FE7057DBD63}"/>
              </a:ext>
            </a:extLst>
          </p:cNvPr>
          <p:cNvSpPr/>
          <p:nvPr/>
        </p:nvSpPr>
        <p:spPr bwMode="auto">
          <a:xfrm>
            <a:off x="10727267" y="4790693"/>
            <a:ext cx="1134533" cy="6618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减速箱区域</a:t>
            </a:r>
          </a:p>
        </p:txBody>
      </p:sp>
    </p:spTree>
    <p:extLst>
      <p:ext uri="{BB962C8B-B14F-4D97-AF65-F5344CB8AC3E}">
        <p14:creationId xmlns:p14="http://schemas.microsoft.com/office/powerpoint/2010/main" val="107771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文本框 7">
            <a:extLst>
              <a:ext uri="{FF2B5EF4-FFF2-40B4-BE49-F238E27FC236}">
                <a16:creationId xmlns:a16="http://schemas.microsoft.com/office/drawing/2014/main" id="{A405718B-DB0F-4F6C-B079-64027825C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963"/>
            <a:ext cx="5872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ea typeface="思源黑体 CN Medium" panose="020B0600000000000000" pitchFamily="34" charset="-122"/>
                <a:sym typeface="+mn-ea"/>
              </a:rPr>
              <a:t>清洁度专项需求原因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ED2633-E5BD-483E-B25B-65B6C6F94BDB}"/>
              </a:ext>
            </a:extLst>
          </p:cNvPr>
          <p:cNvSpPr txBox="1"/>
          <p:nvPr/>
        </p:nvSpPr>
        <p:spPr>
          <a:xfrm>
            <a:off x="781734" y="1253065"/>
            <a:ext cx="6174450" cy="583878"/>
          </a:xfrm>
          <a:prstGeom prst="rect">
            <a:avLst/>
          </a:prstGeom>
          <a:solidFill>
            <a:srgbClr val="EDEDED"/>
          </a:solidFill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latin typeface="+mj-ea"/>
                <a:ea typeface="+mj-ea"/>
              </a:rPr>
              <a:t>总成清洁度标准衡量：</a:t>
            </a:r>
            <a:r>
              <a:rPr lang="zh-CN" altLang="en-US" sz="1400" dirty="0">
                <a:latin typeface="+mj-ea"/>
                <a:ea typeface="+mj-ea"/>
              </a:rPr>
              <a:t>以总成油腔内部杂质含量、金属颗粒、非金属颗粒及纤维尺寸要求进行反馈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27E33F2-2399-42C0-82EC-C91AB984F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181585"/>
              </p:ext>
            </p:extLst>
          </p:nvPr>
        </p:nvGraphicFramePr>
        <p:xfrm>
          <a:off x="799006" y="1927212"/>
          <a:ext cx="6174450" cy="2022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007">
                  <a:extLst>
                    <a:ext uri="{9D8B030D-6E8A-4147-A177-3AD203B41FA5}">
                      <a16:colId xmlns:a16="http://schemas.microsoft.com/office/drawing/2014/main" val="77790603"/>
                    </a:ext>
                  </a:extLst>
                </a:gridCol>
                <a:gridCol w="2324443">
                  <a:extLst>
                    <a:ext uri="{9D8B030D-6E8A-4147-A177-3AD203B41FA5}">
                      <a16:colId xmlns:a16="http://schemas.microsoft.com/office/drawing/2014/main" val="715829497"/>
                    </a:ext>
                  </a:extLst>
                </a:gridCol>
              </a:tblGrid>
              <a:tr h="3601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油腔清洁度要求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3643"/>
                  </a:ext>
                </a:extLst>
              </a:tr>
              <a:tr h="3882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过滤网标准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10μm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260906"/>
                  </a:ext>
                </a:extLst>
              </a:tr>
              <a:tr h="3601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润滑系统内部杂质含量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≤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50mg/L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369913"/>
                  </a:ext>
                </a:extLst>
              </a:tr>
              <a:tr h="2960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允许最大金属颗粒长度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≤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600μm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43098"/>
                  </a:ext>
                </a:extLst>
              </a:tr>
              <a:tr h="2960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允许最大非金属颗粒长度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≤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1000μm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420887"/>
                  </a:ext>
                </a:extLst>
              </a:tr>
              <a:tr h="2960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允许最大纤维尺寸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≤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4000μm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14486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F1F5C5FA-6E06-4E74-8EC5-C49D2AFE1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39" y="3893249"/>
            <a:ext cx="4142290" cy="175224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FEC777E-E6B0-44B3-BADF-2B319A1BF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04" y="3983572"/>
            <a:ext cx="1497310" cy="157160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96F71B2-D949-4969-841D-AA9C2F658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213" y="3946741"/>
            <a:ext cx="1573342" cy="160843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5BDDC34-3988-4B87-B273-4255E6B48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2757" y="3933317"/>
            <a:ext cx="1573342" cy="162185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65A4619-2DC8-4CDB-A203-2F316C27A3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3976" y="917052"/>
            <a:ext cx="2939968" cy="279623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35006E4F-61F5-442B-AB1C-7C03EED6780B}"/>
              </a:ext>
            </a:extLst>
          </p:cNvPr>
          <p:cNvSpPr/>
          <p:nvPr/>
        </p:nvSpPr>
        <p:spPr>
          <a:xfrm>
            <a:off x="839454" y="5345573"/>
            <a:ext cx="1190542" cy="271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0DAB56-D39F-46AF-9424-4DA94CE2C44F}"/>
              </a:ext>
            </a:extLst>
          </p:cNvPr>
          <p:cNvSpPr/>
          <p:nvPr/>
        </p:nvSpPr>
        <p:spPr>
          <a:xfrm>
            <a:off x="2574345" y="5363219"/>
            <a:ext cx="1190542" cy="271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7E3BCD6-02A2-4FA5-885D-CEC00757E12E}"/>
              </a:ext>
            </a:extLst>
          </p:cNvPr>
          <p:cNvSpPr/>
          <p:nvPr/>
        </p:nvSpPr>
        <p:spPr>
          <a:xfrm>
            <a:off x="4446731" y="5345573"/>
            <a:ext cx="1190542" cy="271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FC0357-0656-4E9C-A02E-3B0A7D17CBF1}"/>
              </a:ext>
            </a:extLst>
          </p:cNvPr>
          <p:cNvSpPr/>
          <p:nvPr/>
        </p:nvSpPr>
        <p:spPr>
          <a:xfrm>
            <a:off x="5194706" y="2326315"/>
            <a:ext cx="1313816" cy="1566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43C623-521D-49EF-831B-2D23D611E170}"/>
              </a:ext>
            </a:extLst>
          </p:cNvPr>
          <p:cNvSpPr txBox="1"/>
          <p:nvPr/>
        </p:nvSpPr>
        <p:spPr>
          <a:xfrm>
            <a:off x="3360884" y="6043705"/>
            <a:ext cx="506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④送检需配备石油醚</a:t>
            </a:r>
            <a:r>
              <a:rPr lang="en-US" altLang="zh-CN" dirty="0"/>
              <a:t>orAP760</a:t>
            </a:r>
            <a:r>
              <a:rPr lang="zh-CN" altLang="en-US" dirty="0"/>
              <a:t>，取油需配备油壶</a:t>
            </a:r>
          </a:p>
        </p:txBody>
      </p:sp>
    </p:spTree>
    <p:extLst>
      <p:ext uri="{BB962C8B-B14F-4D97-AF65-F5344CB8AC3E}">
        <p14:creationId xmlns:p14="http://schemas.microsoft.com/office/powerpoint/2010/main" val="96996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矩形 19">
            <a:extLst>
              <a:ext uri="{FF2B5EF4-FFF2-40B4-BE49-F238E27FC236}">
                <a16:creationId xmlns:a16="http://schemas.microsoft.com/office/drawing/2014/main" id="{57AED5B3-0C7B-47CD-8307-52CCAB5C6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075" y="2190750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zh-CN" altLang="en-US" sz="2400" b="1" dirty="0">
                <a:solidFill>
                  <a:schemeClr val="bg2">
                    <a:lumMod val="90000"/>
                  </a:schemeClr>
                </a:solidFill>
                <a:ea typeface="思源黑体 CN Bold" panose="020B0800000000000000" pitchFamily="34" charset="-122"/>
                <a:sym typeface="+mn-ea"/>
              </a:rPr>
              <a:t>清洁度专项需求原因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3B25AB-C2F5-42EB-9061-EED767574C78}"/>
              </a:ext>
            </a:extLst>
          </p:cNvPr>
          <p:cNvSpPr txBox="1"/>
          <p:nvPr/>
        </p:nvSpPr>
        <p:spPr bwMode="auto">
          <a:xfrm>
            <a:off x="4906425" y="2886581"/>
            <a:ext cx="935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008CC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  /</a:t>
            </a:r>
            <a:endParaRPr lang="zh-CN" altLang="en-US" sz="3200" b="1" dirty="0">
              <a:solidFill>
                <a:srgbClr val="008CC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7663" name="文本框 27">
            <a:extLst>
              <a:ext uri="{FF2B5EF4-FFF2-40B4-BE49-F238E27FC236}">
                <a16:creationId xmlns:a16="http://schemas.microsoft.com/office/drawing/2014/main" id="{2DA7281C-A0BA-4A4F-A602-A9E3BABE2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6425" y="2115864"/>
            <a:ext cx="11366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C6CDD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  /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A572A2A-1740-4B5F-A376-E50F4CAC55C1}"/>
              </a:ext>
            </a:extLst>
          </p:cNvPr>
          <p:cNvSpPr/>
          <p:nvPr/>
        </p:nvSpPr>
        <p:spPr>
          <a:xfrm>
            <a:off x="6043075" y="2947988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现场案例展示及建议</a:t>
            </a:r>
          </a:p>
        </p:txBody>
      </p:sp>
      <p:sp>
        <p:nvSpPr>
          <p:cNvPr id="12" name="文本占位符 4">
            <a:extLst>
              <a:ext uri="{FF2B5EF4-FFF2-40B4-BE49-F238E27FC236}">
                <a16:creationId xmlns:a16="http://schemas.microsoft.com/office/drawing/2014/main" id="{CA66CAD1-5EFC-48A2-9226-F60AD73FDFA4}"/>
              </a:ext>
            </a:extLst>
          </p:cNvPr>
          <p:cNvSpPr txBox="1"/>
          <p:nvPr/>
        </p:nvSpPr>
        <p:spPr>
          <a:xfrm>
            <a:off x="6613525" y="954088"/>
            <a:ext cx="1524000" cy="427037"/>
          </a:xfrm>
          <a:prstGeom prst="rect">
            <a:avLst/>
          </a:prstGeom>
        </p:spPr>
        <p:txBody>
          <a:bodyPr lIns="108130" tIns="54065" rIns="108130" bIns="54065" anchor="ctr"/>
          <a:lstStyle>
            <a:lvl1pPr marL="406400" indent="-40640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0745" indent="-339090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509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9738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67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8196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24250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6590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195" indent="-271145" algn="l" defTabSz="108394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zh-CN" altLang="en-US" sz="3600" b="1" spc="299" dirty="0">
                <a:solidFill>
                  <a:srgbClr val="008CC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rPr>
              <a:t>目录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BEBF32-3AED-4C8A-901C-63AAF6AAD684}"/>
              </a:ext>
            </a:extLst>
          </p:cNvPr>
          <p:cNvSpPr/>
          <p:nvPr/>
        </p:nvSpPr>
        <p:spPr>
          <a:xfrm>
            <a:off x="4318000" y="844550"/>
            <a:ext cx="28448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90204" pitchFamily="34" charset="0"/>
              <a:buNone/>
              <a:defRPr/>
            </a:pPr>
            <a:r>
              <a:rPr lang="en-US" altLang="zh-CN" sz="3600" b="1" spc="299" dirty="0">
                <a:solidFill>
                  <a:srgbClr val="008CC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Content</a:t>
            </a:r>
            <a:endParaRPr lang="zh-CN" altLang="en-US" sz="3600" b="1" spc="299" dirty="0">
              <a:solidFill>
                <a:srgbClr val="008CC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B9A8FCE-9080-41B8-995C-319CBAEADA60}"/>
              </a:ext>
            </a:extLst>
          </p:cNvPr>
          <p:cNvCxnSpPr>
            <a:cxnSpLocks/>
          </p:cNvCxnSpPr>
          <p:nvPr/>
        </p:nvCxnSpPr>
        <p:spPr>
          <a:xfrm>
            <a:off x="4435475" y="1570038"/>
            <a:ext cx="34178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46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7">
            <a:extLst>
              <a:ext uri="{FF2B5EF4-FFF2-40B4-BE49-F238E27FC236}">
                <a16:creationId xmlns:a16="http://schemas.microsoft.com/office/drawing/2014/main" id="{5D088F6F-3720-4AA0-91A0-14EC839B7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963"/>
            <a:ext cx="5872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现场案例展示及建议</a:t>
            </a:r>
          </a:p>
        </p:txBody>
      </p:sp>
      <p:sp>
        <p:nvSpPr>
          <p:cNvPr id="56" name="文本框 14">
            <a:extLst>
              <a:ext uri="{FF2B5EF4-FFF2-40B4-BE49-F238E27FC236}">
                <a16:creationId xmlns:a16="http://schemas.microsoft.com/office/drawing/2014/main" id="{ACA741E8-888D-4FEA-9702-CDECED003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64" y="673093"/>
            <a:ext cx="8180978" cy="463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rPr>
              <a:t>定子线现场清洁度问题点展示</a:t>
            </a:r>
            <a:endParaRPr lang="zh-CN" altLang="en-US" sz="1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2936BA-E6CB-420F-B613-2BA444B51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476" y="1808042"/>
            <a:ext cx="3388838" cy="4499623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D03187D6-8F1E-4209-8EA8-0650A888D23D}"/>
              </a:ext>
            </a:extLst>
          </p:cNvPr>
          <p:cNvSpPr/>
          <p:nvPr/>
        </p:nvSpPr>
        <p:spPr bwMode="auto">
          <a:xfrm>
            <a:off x="3362671" y="1297092"/>
            <a:ext cx="873152" cy="3217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插纸机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A8E3F47-6D5E-4A12-AEC6-4CFEBCED3DFA}"/>
              </a:ext>
            </a:extLst>
          </p:cNvPr>
          <p:cNvCxnSpPr>
            <a:cxnSpLocks/>
            <a:stCxn id="59" idx="1"/>
          </p:cNvCxnSpPr>
          <p:nvPr/>
        </p:nvCxnSpPr>
        <p:spPr bwMode="auto">
          <a:xfrm flipH="1">
            <a:off x="5537200" y="2885835"/>
            <a:ext cx="2391175" cy="8818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B887C334-3511-4736-B6DC-6D87DF42B4E2}"/>
              </a:ext>
            </a:extLst>
          </p:cNvPr>
          <p:cNvSpPr/>
          <p:nvPr/>
        </p:nvSpPr>
        <p:spPr bwMode="auto">
          <a:xfrm>
            <a:off x="7928375" y="2561985"/>
            <a:ext cx="1134533" cy="6477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绝缘纸切刀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CB09EEC-282E-432C-B9FF-6BD32DD33796}"/>
              </a:ext>
            </a:extLst>
          </p:cNvPr>
          <p:cNvSpPr/>
          <p:nvPr/>
        </p:nvSpPr>
        <p:spPr bwMode="auto">
          <a:xfrm>
            <a:off x="7666677" y="4287478"/>
            <a:ext cx="4199465" cy="2333455"/>
          </a:xfrm>
          <a:prstGeom prst="rect">
            <a:avLst/>
          </a:prstGeom>
          <a:solidFill>
            <a:srgbClr val="E9E7E7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问题：</a:t>
            </a:r>
            <a:endParaRPr kumimoji="0" lang="en-US" altLang="zh-CN" i="0" u="none" strike="noStrike" cap="none" normalizeH="0" baseline="0" dirty="0">
              <a:ln>
                <a:solidFill>
                  <a:schemeClr val="bg1">
                    <a:alpha val="0"/>
                  </a:schemeClr>
                </a:solidFill>
              </a:ln>
              <a:effectLst/>
              <a:latin typeface="思源黑体 CN Regular" panose="020B0500000000000000"/>
              <a:ea typeface="思源黑体 CN Regular" panose="020B0500000000000000"/>
            </a:endParaRPr>
          </a:p>
          <a:p>
            <a:r>
              <a:rPr lang="en-US" altLang="zh-CN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、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ea typeface="思源黑体 CN Regular" panose="020B0500000000000000"/>
              </a:rPr>
              <a:t>切断绝缘纸的位置有很多粉末，易随着绝缘纸到定子的内部； 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ea typeface="思源黑体 CN Regular" panose="020B0500000000000000"/>
            </a:endParaRPr>
          </a:p>
          <a:p>
            <a:r>
              <a:rPr kumimoji="0" lang="en-US" altLang="zh-CN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2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、切刀位置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ea typeface="思源黑体 CN Regular" panose="020B0500000000000000"/>
              </a:rPr>
              <a:t>结构复杂，人员清理困难。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ea typeface="思源黑体 CN Regular" panose="020B0500000000000000"/>
            </a:endParaRPr>
          </a:p>
          <a:p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建议：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latin typeface="思源黑体 CN Regular" panose="020B0500000000000000"/>
              <a:ea typeface="思源黑体 CN Regular" panose="020B0500000000000000"/>
            </a:endParaRPr>
          </a:p>
          <a:p>
            <a:r>
              <a:rPr kumimoji="0" lang="en-US" altLang="zh-CN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、设备内增加自动清理机构，定时清理粉尘。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2F067F4-8AEA-4342-A327-19BF9F773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58" y="1808042"/>
            <a:ext cx="3388838" cy="44996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67DBA85-BFA3-46D9-BE39-AE48947CD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118" y="1808041"/>
            <a:ext cx="3388838" cy="4499624"/>
          </a:xfrm>
          <a:prstGeom prst="rect">
            <a:avLst/>
          </a:prstGeom>
        </p:spPr>
      </p:pic>
      <p:sp>
        <p:nvSpPr>
          <p:cNvPr id="54" name="文本框 7">
            <a:extLst>
              <a:ext uri="{FF2B5EF4-FFF2-40B4-BE49-F238E27FC236}">
                <a16:creationId xmlns:a16="http://schemas.microsoft.com/office/drawing/2014/main" id="{5D088F6F-3720-4AA0-91A0-14EC839B7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963"/>
            <a:ext cx="5872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现场案例展示及建议</a:t>
            </a:r>
          </a:p>
        </p:txBody>
      </p:sp>
      <p:sp>
        <p:nvSpPr>
          <p:cNvPr id="56" name="文本框 14">
            <a:extLst>
              <a:ext uri="{FF2B5EF4-FFF2-40B4-BE49-F238E27FC236}">
                <a16:creationId xmlns:a16="http://schemas.microsoft.com/office/drawing/2014/main" id="{ACA741E8-888D-4FEA-9702-CDECED003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64" y="673093"/>
            <a:ext cx="8180978" cy="463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rPr>
              <a:t>定子线现场清洁度问题点展示</a:t>
            </a:r>
            <a:endParaRPr lang="zh-CN" altLang="en-US" sz="1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03187D6-8F1E-4209-8EA8-0650A888D23D}"/>
              </a:ext>
            </a:extLst>
          </p:cNvPr>
          <p:cNvSpPr/>
          <p:nvPr/>
        </p:nvSpPr>
        <p:spPr bwMode="auto">
          <a:xfrm>
            <a:off x="3221224" y="1311623"/>
            <a:ext cx="1183929" cy="3217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定子托盘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A8E3F47-6D5E-4A12-AEC6-4CFEBCED3DFA}"/>
              </a:ext>
            </a:extLst>
          </p:cNvPr>
          <p:cNvCxnSpPr>
            <a:cxnSpLocks/>
            <a:stCxn id="59" idx="1"/>
          </p:cNvCxnSpPr>
          <p:nvPr/>
        </p:nvCxnSpPr>
        <p:spPr bwMode="auto">
          <a:xfrm flipH="1">
            <a:off x="5605537" y="2885835"/>
            <a:ext cx="2322838" cy="146603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B887C334-3511-4736-B6DC-6D87DF42B4E2}"/>
              </a:ext>
            </a:extLst>
          </p:cNvPr>
          <p:cNvSpPr/>
          <p:nvPr/>
        </p:nvSpPr>
        <p:spPr bwMode="auto">
          <a:xfrm>
            <a:off x="7928375" y="2561985"/>
            <a:ext cx="1134533" cy="6477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定子托盘内部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CB09EEC-282E-432C-B9FF-6BD32DD33796}"/>
              </a:ext>
            </a:extLst>
          </p:cNvPr>
          <p:cNvSpPr/>
          <p:nvPr/>
        </p:nvSpPr>
        <p:spPr bwMode="auto">
          <a:xfrm>
            <a:off x="7666677" y="4741333"/>
            <a:ext cx="4199465" cy="1566332"/>
          </a:xfrm>
          <a:prstGeom prst="rect">
            <a:avLst/>
          </a:prstGeom>
          <a:solidFill>
            <a:srgbClr val="E9E7E7"/>
          </a:solidFill>
          <a:ln w="9525" cap="flat" cmpd="sng" algn="ctr">
            <a:solidFill>
              <a:schemeClr val="bg1">
                <a:lumMod val="95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问题：</a:t>
            </a:r>
            <a:endParaRPr kumimoji="0" lang="en-US" altLang="zh-CN" i="0" u="none" strike="noStrike" cap="none" normalizeH="0" baseline="0" dirty="0">
              <a:ln>
                <a:solidFill>
                  <a:schemeClr val="bg1">
                    <a:alpha val="0"/>
                  </a:schemeClr>
                </a:solidFill>
              </a:ln>
              <a:effectLst/>
              <a:latin typeface="思源黑体 CN Regular" panose="020B0500000000000000"/>
              <a:ea typeface="思源黑体 CN Regular" panose="020B0500000000000000"/>
            </a:endParaRPr>
          </a:p>
          <a:p>
            <a:r>
              <a:rPr lang="en-US" altLang="zh-CN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、定子托盘内部成封闭圆，杂质难以清理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ea typeface="思源黑体 CN Regular" panose="020B0500000000000000"/>
              </a:rPr>
              <a:t>； 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ea typeface="思源黑体 CN Regular" panose="020B0500000000000000"/>
            </a:endParaRPr>
          </a:p>
          <a:p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建议：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latin typeface="思源黑体 CN Regular" panose="020B0500000000000000"/>
              <a:ea typeface="思源黑体 CN Regular" panose="020B0500000000000000"/>
            </a:endParaRPr>
          </a:p>
          <a:p>
            <a:r>
              <a:rPr kumimoji="0" lang="en-US" altLang="zh-CN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、定子支撑座内部的圆不成封闭状；</a:t>
            </a:r>
            <a:endParaRPr kumimoji="0" lang="en-US" altLang="zh-CN" i="0" u="none" strike="noStrike" cap="none" normalizeH="0" baseline="0" dirty="0">
              <a:ln>
                <a:solidFill>
                  <a:schemeClr val="bg1">
                    <a:alpha val="0"/>
                  </a:schemeClr>
                </a:solidFill>
              </a:ln>
              <a:effectLst/>
              <a:latin typeface="思源黑体 CN Regular" panose="020B0500000000000000"/>
              <a:ea typeface="思源黑体 CN Regular" panose="020B050000000000000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CD20C6-CA95-4E4D-8A11-0DAC5845B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1808041"/>
            <a:ext cx="3388838" cy="449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70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C336EA5-09B0-46C9-A694-4D6CEF97C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283" y="3950641"/>
            <a:ext cx="3138333" cy="23570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5A8418-8411-4467-9954-D58F00B79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282" y="1512243"/>
            <a:ext cx="3138333" cy="2357023"/>
          </a:xfrm>
          <a:prstGeom prst="rect">
            <a:avLst/>
          </a:prstGeom>
        </p:spPr>
      </p:pic>
      <p:sp>
        <p:nvSpPr>
          <p:cNvPr id="54" name="文本框 7">
            <a:extLst>
              <a:ext uri="{FF2B5EF4-FFF2-40B4-BE49-F238E27FC236}">
                <a16:creationId xmlns:a16="http://schemas.microsoft.com/office/drawing/2014/main" id="{5D088F6F-3720-4AA0-91A0-14EC839B7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963"/>
            <a:ext cx="5872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现场案例展示及建议</a:t>
            </a:r>
          </a:p>
        </p:txBody>
      </p:sp>
      <p:sp>
        <p:nvSpPr>
          <p:cNvPr id="56" name="文本框 14">
            <a:extLst>
              <a:ext uri="{FF2B5EF4-FFF2-40B4-BE49-F238E27FC236}">
                <a16:creationId xmlns:a16="http://schemas.microsoft.com/office/drawing/2014/main" id="{ACA741E8-888D-4FEA-9702-CDECED003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64" y="673093"/>
            <a:ext cx="8180978" cy="463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rPr>
              <a:t>定子线现场清洁度问题点展示</a:t>
            </a:r>
            <a:endParaRPr lang="zh-CN" altLang="en-US" sz="1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03187D6-8F1E-4209-8EA8-0650A888D23D}"/>
              </a:ext>
            </a:extLst>
          </p:cNvPr>
          <p:cNvSpPr/>
          <p:nvPr/>
        </p:nvSpPr>
        <p:spPr bwMode="auto">
          <a:xfrm>
            <a:off x="2750601" y="1106215"/>
            <a:ext cx="1590160" cy="3217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定子清理工位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A8E3F47-6D5E-4A12-AEC6-4CFEBCED3DFA}"/>
              </a:ext>
            </a:extLst>
          </p:cNvPr>
          <p:cNvCxnSpPr>
            <a:cxnSpLocks/>
            <a:stCxn id="59" idx="1"/>
          </p:cNvCxnSpPr>
          <p:nvPr/>
        </p:nvCxnSpPr>
        <p:spPr bwMode="auto">
          <a:xfrm flipH="1">
            <a:off x="5223933" y="2885835"/>
            <a:ext cx="2704442" cy="147449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B887C334-3511-4736-B6DC-6D87DF42B4E2}"/>
              </a:ext>
            </a:extLst>
          </p:cNvPr>
          <p:cNvSpPr/>
          <p:nvPr/>
        </p:nvSpPr>
        <p:spPr bwMode="auto">
          <a:xfrm>
            <a:off x="7928375" y="2561985"/>
            <a:ext cx="1134533" cy="6477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定子清洁工位内部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CB09EEC-282E-432C-B9FF-6BD32DD33796}"/>
              </a:ext>
            </a:extLst>
          </p:cNvPr>
          <p:cNvSpPr/>
          <p:nvPr/>
        </p:nvSpPr>
        <p:spPr bwMode="auto">
          <a:xfrm>
            <a:off x="7666677" y="4533135"/>
            <a:ext cx="4199465" cy="1774530"/>
          </a:xfrm>
          <a:prstGeom prst="rect">
            <a:avLst/>
          </a:prstGeom>
          <a:solidFill>
            <a:srgbClr val="E9E7E7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问题：</a:t>
            </a:r>
            <a:endParaRPr kumimoji="0" lang="en-US" altLang="zh-CN" i="0" u="none" strike="noStrike" cap="none" normalizeH="0" baseline="0" dirty="0">
              <a:ln>
                <a:solidFill>
                  <a:schemeClr val="bg1">
                    <a:alpha val="0"/>
                  </a:schemeClr>
                </a:solidFill>
              </a:ln>
              <a:effectLst/>
              <a:latin typeface="思源黑体 CN Regular" panose="020B0500000000000000"/>
              <a:ea typeface="思源黑体 CN Regular" panose="020B0500000000000000"/>
            </a:endParaRPr>
          </a:p>
          <a:p>
            <a:r>
              <a:rPr lang="en-US" altLang="zh-CN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、现场使用吹气清理会把杂质吹到周围的定子上：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latin typeface="思源黑体 CN Regular" panose="020B0500000000000000"/>
              <a:ea typeface="思源黑体 CN Regular" panose="020B0500000000000000"/>
            </a:endParaRPr>
          </a:p>
          <a:p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建议：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latin typeface="思源黑体 CN Regular" panose="020B0500000000000000"/>
              <a:ea typeface="思源黑体 CN Regular" panose="020B0500000000000000"/>
            </a:endParaRPr>
          </a:p>
          <a:p>
            <a:r>
              <a:rPr lang="en-US" altLang="zh-CN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、取消人工吹气清理工序，改为吸尘方式进行清洁，考虑自动吸尘。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0D0E41-884C-4DE6-982B-FA5288EED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68" y="3950642"/>
            <a:ext cx="3138332" cy="23570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029C1CB-9C88-4588-BEEE-91A9F32056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59" y="1512242"/>
            <a:ext cx="3138334" cy="235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9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89C48DD-1EDD-44D8-B46A-2443BF611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152" y="2557832"/>
            <a:ext cx="3521787" cy="2645014"/>
          </a:xfrm>
          <a:prstGeom prst="rect">
            <a:avLst/>
          </a:prstGeom>
        </p:spPr>
      </p:pic>
      <p:sp>
        <p:nvSpPr>
          <p:cNvPr id="54" name="文本框 7">
            <a:extLst>
              <a:ext uri="{FF2B5EF4-FFF2-40B4-BE49-F238E27FC236}">
                <a16:creationId xmlns:a16="http://schemas.microsoft.com/office/drawing/2014/main" id="{5D088F6F-3720-4AA0-91A0-14EC839B7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963"/>
            <a:ext cx="5872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现场案例展示及建议</a:t>
            </a:r>
          </a:p>
        </p:txBody>
      </p:sp>
      <p:sp>
        <p:nvSpPr>
          <p:cNvPr id="56" name="文本框 14">
            <a:extLst>
              <a:ext uri="{FF2B5EF4-FFF2-40B4-BE49-F238E27FC236}">
                <a16:creationId xmlns:a16="http://schemas.microsoft.com/office/drawing/2014/main" id="{ACA741E8-888D-4FEA-9702-CDECED003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64" y="673093"/>
            <a:ext cx="8180978" cy="463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rPr>
              <a:t>定子线现场清洁度问题点展示</a:t>
            </a:r>
            <a:endParaRPr lang="zh-CN" altLang="en-US" sz="1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03187D6-8F1E-4209-8EA8-0650A888D23D}"/>
              </a:ext>
            </a:extLst>
          </p:cNvPr>
          <p:cNvSpPr/>
          <p:nvPr/>
        </p:nvSpPr>
        <p:spPr bwMode="auto">
          <a:xfrm>
            <a:off x="3362670" y="1297092"/>
            <a:ext cx="1107729" cy="3217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焊接工装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A8E3F47-6D5E-4A12-AEC6-4CFEBCED3DFA}"/>
              </a:ext>
            </a:extLst>
          </p:cNvPr>
          <p:cNvCxnSpPr>
            <a:cxnSpLocks/>
            <a:stCxn id="59" idx="1"/>
          </p:cNvCxnSpPr>
          <p:nvPr/>
        </p:nvCxnSpPr>
        <p:spPr bwMode="auto">
          <a:xfrm flipH="1">
            <a:off x="5359400" y="2885835"/>
            <a:ext cx="2568975" cy="109349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B887C334-3511-4736-B6DC-6D87DF42B4E2}"/>
              </a:ext>
            </a:extLst>
          </p:cNvPr>
          <p:cNvSpPr/>
          <p:nvPr/>
        </p:nvSpPr>
        <p:spPr bwMode="auto">
          <a:xfrm>
            <a:off x="7928375" y="2561985"/>
            <a:ext cx="1134533" cy="6477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ln>
                  <a:solidFill>
                    <a:schemeClr val="bg1"/>
                  </a:solidFill>
                </a:ln>
                <a:ea typeface="思源黑体 CN Regular" panose="020B0500000000000000"/>
              </a:rPr>
              <a:t>焊接后的残渣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CB09EEC-282E-432C-B9FF-6BD32DD33796}"/>
              </a:ext>
            </a:extLst>
          </p:cNvPr>
          <p:cNvSpPr/>
          <p:nvPr/>
        </p:nvSpPr>
        <p:spPr bwMode="auto">
          <a:xfrm>
            <a:off x="7666677" y="4533135"/>
            <a:ext cx="4199465" cy="1774530"/>
          </a:xfrm>
          <a:prstGeom prst="rect">
            <a:avLst/>
          </a:prstGeom>
          <a:solidFill>
            <a:srgbClr val="E9E7E7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问题：</a:t>
            </a:r>
            <a:endParaRPr kumimoji="0" lang="en-US" altLang="zh-CN" i="0" u="none" strike="noStrike" cap="none" normalizeH="0" baseline="0" dirty="0">
              <a:ln>
                <a:solidFill>
                  <a:schemeClr val="bg1">
                    <a:alpha val="0"/>
                  </a:schemeClr>
                </a:solidFill>
              </a:ln>
              <a:effectLst/>
              <a:latin typeface="思源黑体 CN Regular" panose="020B0500000000000000"/>
              <a:ea typeface="思源黑体 CN Regular" panose="020B0500000000000000"/>
            </a:endParaRPr>
          </a:p>
          <a:p>
            <a:r>
              <a:rPr lang="en-US" altLang="zh-CN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、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ea typeface="思源黑体 CN Regular" panose="020B0500000000000000"/>
              </a:rPr>
              <a:t>焊接后的残渣易存在于工装边角位置，不易清理；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ea typeface="思源黑体 CN Regular" panose="020B0500000000000000"/>
            </a:endParaRPr>
          </a:p>
          <a:p>
            <a:r>
              <a:rPr kumimoji="0" lang="en-US" altLang="zh-CN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2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、工装较重，清理困难</a:t>
            </a:r>
            <a:r>
              <a:rPr lang="zh-CN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思源黑体 CN Regular" panose="020B0500000000000000"/>
                <a:ea typeface="思源黑体 CN Regular" panose="020B0500000000000000"/>
              </a:rPr>
              <a:t>；</a:t>
            </a:r>
            <a:endParaRPr lang="en-US" altLang="zh-CN" dirty="0">
              <a:ln>
                <a:solidFill>
                  <a:schemeClr val="bg1">
                    <a:alpha val="0"/>
                  </a:schemeClr>
                </a:solidFill>
              </a:ln>
              <a:latin typeface="思源黑体 CN Regular" panose="020B0500000000000000"/>
              <a:ea typeface="思源黑体 CN Regular" panose="020B0500000000000000"/>
            </a:endParaRPr>
          </a:p>
          <a:p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建议：</a:t>
            </a:r>
            <a:endParaRPr kumimoji="0" lang="en-US" altLang="zh-CN" i="0" u="none" strike="noStrike" cap="none" normalizeH="0" baseline="0" dirty="0">
              <a:ln>
                <a:solidFill>
                  <a:schemeClr val="bg1">
                    <a:alpha val="0"/>
                  </a:schemeClr>
                </a:solidFill>
              </a:ln>
              <a:effectLst/>
              <a:latin typeface="思源黑体 CN Regular" panose="020B0500000000000000"/>
              <a:ea typeface="思源黑体 CN Regular" panose="020B0500000000000000"/>
            </a:endParaRPr>
          </a:p>
          <a:p>
            <a:r>
              <a:rPr kumimoji="0" lang="en-US" altLang="zh-CN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1</a:t>
            </a:r>
            <a:r>
              <a:rPr kumimoji="0" lang="zh-CN" altLang="en-US" i="0" u="none" strike="noStrike" cap="none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latin typeface="思源黑体 CN Regular" panose="020B0500000000000000"/>
                <a:ea typeface="思源黑体 CN Regular" panose="020B0500000000000000"/>
              </a:rPr>
              <a:t>、优化工装结构，减重易清洁。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9FF0B1-9241-43F5-99DD-218E41E67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24" y="2557832"/>
            <a:ext cx="3521787" cy="264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5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2">
            <a:extLst>
              <a:ext uri="{FF2B5EF4-FFF2-40B4-BE49-F238E27FC236}">
                <a16:creationId xmlns:a16="http://schemas.microsoft.com/office/drawing/2014/main" id="{F6CEB438-EB16-4020-A758-896063B0C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8" y="2132013"/>
            <a:ext cx="5618162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FCBF93B3-F3FB-4C98-B6A1-EFD4AD8FBAD6}"/>
    </a:ext>
  </a:extLst>
</a:theme>
</file>

<file path=ppt/theme/theme2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E6704F7B-A779-423D-8BFF-ED7EFA2A02FB}"/>
    </a:ext>
  </a:extLst>
</a:theme>
</file>

<file path=ppt/theme/theme3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76724251-9B8F-4B18-8AF1-6ED4FA6F44CD}"/>
    </a:ext>
  </a:extLst>
</a:theme>
</file>

<file path=ppt/theme/theme4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F3ED787E-BF70-412F-949B-1F1658F54359}"/>
    </a:ext>
  </a:extLst>
</a:theme>
</file>

<file path=ppt/theme/theme5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8FA87DA6-0DA1-4345-BE53-7B9919AF5E8D}"/>
    </a:ext>
  </a:extLst>
</a:theme>
</file>

<file path=ppt/theme/theme6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F38AAB75-B080-4100-A3CF-BB71D5A57D5A}"/>
    </a:ext>
  </a:extLst>
</a:theme>
</file>

<file path=ppt/theme/theme7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6B18E42E-A8FB-489F-9FE0-BA788E82195F}"/>
    </a:ext>
  </a:extLst>
</a:theme>
</file>

<file path=ppt/theme/theme8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58951673-5976-424A-9C92-E9A9DC4DC7CC}"/>
    </a:ext>
  </a:extLst>
</a:theme>
</file>

<file path=ppt/theme/theme9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D53D2A94-A9AC-4268-A184-C38D9A405269}"/>
    </a:ext>
  </a:extLst>
</a:theme>
</file>

<file path=ppt/theme/theme10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2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F97C2553-2933-413D-A9FF-ADB21CAEB194}"/>
    </a:ext>
  </a:extLst>
</a:theme>
</file>

<file path=ppt/theme/theme11.xml><?xml version="1.0" encoding="utf-8"?>
<a:theme xmlns:a="http://schemas.openxmlformats.org/drawingml/2006/main" name="13_Office 主题">
  <a:themeElements>
    <a:clrScheme name="1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3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CF5B9A17-6600-487B-9D30-0F8879CAA15F}"/>
    </a:ext>
  </a:extLst>
</a:theme>
</file>

<file path=ppt/theme/theme12.xml><?xml version="1.0" encoding="utf-8"?>
<a:theme xmlns:a="http://schemas.openxmlformats.org/drawingml/2006/main" name="14_Office 主题">
  <a:themeElements>
    <a:clrScheme name="14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4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4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48D21E68-4B01-4F17-94B6-67158BD5D7A7}"/>
    </a:ext>
  </a:extLst>
</a:theme>
</file>

<file path=ppt/theme/theme13.xml><?xml version="1.0" encoding="utf-8"?>
<a:theme xmlns:a="http://schemas.openxmlformats.org/drawingml/2006/main" name="15_Office 主题">
  <a:themeElements>
    <a:clrScheme name="15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5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5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9FE08C5D-9666-44E8-A168-71EA3FB81356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22651627-F314-479A-97F8-9741F2ACEA9C}"/>
    </a:ext>
  </a:extLst>
</a:theme>
</file>

<file path=ppt/theme/theme15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汇川联合动力PPT模版（20231018）.ppt [兼容模式]" id="{C2ED53A9-A761-4F0B-824D-6FA1DAF5D33A}" vid="{8322782F-EF63-4446-93B3-C67BF81C4808}"/>
    </a:ext>
  </a:extLst>
</a:theme>
</file>

<file path=ppt/theme/theme1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汇川联合动力PPT模版（20231018）</Template>
  <TotalTime>580</TotalTime>
  <Pages>0</Pages>
  <Words>424</Words>
  <Characters>0</Characters>
  <Application>Microsoft Office PowerPoint</Application>
  <DocSecurity>0</DocSecurity>
  <PresentationFormat>宽屏</PresentationFormat>
  <Lines>0</Lines>
  <Paragraphs>76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15</vt:i4>
      </vt:variant>
      <vt:variant>
        <vt:lpstr>幻灯片标题</vt:lpstr>
      </vt:variant>
      <vt:variant>
        <vt:i4>10</vt:i4>
      </vt:variant>
    </vt:vector>
  </HeadingPairs>
  <TitlesOfParts>
    <vt:vector size="39" baseType="lpstr">
      <vt:lpstr>Open Sans</vt:lpstr>
      <vt:lpstr>等线</vt:lpstr>
      <vt:lpstr>等线 Light</vt:lpstr>
      <vt:lpstr>思源黑体 CN Bold</vt:lpstr>
      <vt:lpstr>思源黑体 CN Heavy</vt:lpstr>
      <vt:lpstr>思源黑体 CN Light</vt:lpstr>
      <vt:lpstr>思源黑体 CN Medium</vt:lpstr>
      <vt:lpstr>思源黑体 CN Regular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3_Office 主题</vt:lpstr>
      <vt:lpstr>4_Office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14_Office 主题</vt:lpstr>
      <vt:lpstr>15_Office 主题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mojun（莫钧）</dc:creator>
  <cp:keywords/>
  <dc:description/>
  <cp:lastModifiedBy>heweiA（何唯）</cp:lastModifiedBy>
  <cp:revision>67</cp:revision>
  <dcterms:created xsi:type="dcterms:W3CDTF">2023-10-18T07:06:50Z</dcterms:created>
  <dcterms:modified xsi:type="dcterms:W3CDTF">2023-11-15T06:38:51Z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